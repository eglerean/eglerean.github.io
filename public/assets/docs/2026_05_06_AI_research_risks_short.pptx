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3.xml" ContentType="application/vnd.openxmlformats-officedocument.theme+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4.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theme/theme5.xml" ContentType="application/vnd.openxmlformats-officedocument.theme+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theme/theme6.xml" ContentType="application/vnd.openxmlformats-officedocument.theme+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theme/theme7.xml" ContentType="application/vnd.openxmlformats-officedocument.theme+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theme/theme8.xml" ContentType="application/vnd.openxmlformats-officedocument.theme+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theme/theme9.xml" ContentType="application/vnd.openxmlformats-officedocument.theme+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39" r:id="rId4"/>
    <p:sldMasterId id="2147484082" r:id="rId5"/>
    <p:sldMasterId id="2147484106" r:id="rId6"/>
    <p:sldMasterId id="2147484128" r:id="rId7"/>
    <p:sldMasterId id="2147483891" r:id="rId8"/>
    <p:sldMasterId id="2147483753" r:id="rId9"/>
    <p:sldMasterId id="2147483908" r:id="rId10"/>
    <p:sldMasterId id="2147483940" r:id="rId11"/>
    <p:sldMasterId id="2147484002" r:id="rId12"/>
    <p:sldMasterId id="2147483822" r:id="rId13"/>
  </p:sldMasterIdLst>
  <p:notesMasterIdLst>
    <p:notesMasterId r:id="rId37"/>
  </p:notesMasterIdLst>
  <p:handoutMasterIdLst>
    <p:handoutMasterId r:id="rId38"/>
  </p:handoutMasterIdLst>
  <p:sldIdLst>
    <p:sldId id="845" r:id="rId14"/>
    <p:sldId id="841" r:id="rId15"/>
    <p:sldId id="564" r:id="rId16"/>
    <p:sldId id="844" r:id="rId17"/>
    <p:sldId id="567" r:id="rId18"/>
    <p:sldId id="843" r:id="rId19"/>
    <p:sldId id="846" r:id="rId20"/>
    <p:sldId id="849" r:id="rId21"/>
    <p:sldId id="850" r:id="rId22"/>
    <p:sldId id="851" r:id="rId23"/>
    <p:sldId id="860" r:id="rId24"/>
    <p:sldId id="803" r:id="rId25"/>
    <p:sldId id="804" r:id="rId26"/>
    <p:sldId id="858" r:id="rId27"/>
    <p:sldId id="859" r:id="rId28"/>
    <p:sldId id="837" r:id="rId29"/>
    <p:sldId id="852" r:id="rId30"/>
    <p:sldId id="853" r:id="rId31"/>
    <p:sldId id="855" r:id="rId32"/>
    <p:sldId id="856" r:id="rId33"/>
    <p:sldId id="857" r:id="rId34"/>
    <p:sldId id="824" r:id="rId35"/>
    <p:sldId id="793" r:id="rId36"/>
  </p:sldIdLst>
  <p:sldSz cx="12192000" cy="6858000"/>
  <p:notesSz cx="6858000" cy="9144000"/>
  <p:defaultText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3840">
          <p15:clr>
            <a:srgbClr val="A4A3A4"/>
          </p15:clr>
        </p15:guide>
        <p15:guide id="4"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B5566"/>
    <a:srgbClr val="004488"/>
    <a:srgbClr val="DDAA33"/>
    <a:srgbClr val="ED7D31"/>
    <a:srgbClr val="FEA1A0"/>
    <a:srgbClr val="46A5FF"/>
    <a:srgbClr val="E2CFF1"/>
    <a:srgbClr val="97E4FF"/>
    <a:srgbClr val="61D6FF"/>
    <a:srgbClr val="C7E6A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8"/>
    <p:restoredTop sz="94658"/>
  </p:normalViewPr>
  <p:slideViewPr>
    <p:cSldViewPr snapToGrid="0">
      <p:cViewPr varScale="1">
        <p:scale>
          <a:sx n="88" d="100"/>
          <a:sy n="88" d="100"/>
        </p:scale>
        <p:origin x="200" y="776"/>
      </p:cViewPr>
      <p:guideLst>
        <p:guide pos="3840"/>
        <p:guide orient="horz"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presProps" Target="presProps.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0" Type="http://schemas.openxmlformats.org/officeDocument/2006/relationships/slide" Target="slides/slide7.xml"/><Relationship Id="rId29" Type="http://schemas.openxmlformats.org/officeDocument/2006/relationships/slide" Target="slides/slide16.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10" Type="http://schemas.openxmlformats.org/officeDocument/2006/relationships/slideMaster" Target="slideMasters/slideMaster7.xml"/><Relationship Id="rId19" Type="http://schemas.openxmlformats.org/officeDocument/2006/relationships/slide" Target="slides/slide6.xml"/><Relationship Id="rId31" Type="http://schemas.openxmlformats.org/officeDocument/2006/relationships/slide" Target="slides/slide18.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94B5677-6D61-9DDB-18C5-EBCAA28203B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sz="800"/>
          </a:p>
        </p:txBody>
      </p:sp>
      <p:sp>
        <p:nvSpPr>
          <p:cNvPr id="3" name="Date Placeholder 2">
            <a:extLst>
              <a:ext uri="{FF2B5EF4-FFF2-40B4-BE49-F238E27FC236}">
                <a16:creationId xmlns:a16="http://schemas.microsoft.com/office/drawing/2014/main" id="{B35BCFF4-2878-1D71-6624-7763B7DE1DA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10F51D7-3634-45F6-A9CF-2D63CD0A5EAF}" type="datetimeFigureOut">
              <a:rPr lang="en-GB" sz="800" smtClean="0"/>
              <a:t>05/05/2026</a:t>
            </a:fld>
            <a:endParaRPr lang="en-GB" sz="800"/>
          </a:p>
        </p:txBody>
      </p:sp>
      <p:sp>
        <p:nvSpPr>
          <p:cNvPr id="4" name="Footer Placeholder 3">
            <a:extLst>
              <a:ext uri="{FF2B5EF4-FFF2-40B4-BE49-F238E27FC236}">
                <a16:creationId xmlns:a16="http://schemas.microsoft.com/office/drawing/2014/main" id="{02AD6701-6398-3522-3C53-55DC5E66D26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sz="800"/>
          </a:p>
        </p:txBody>
      </p:sp>
      <p:sp>
        <p:nvSpPr>
          <p:cNvPr id="5" name="Slide Number Placeholder 4">
            <a:extLst>
              <a:ext uri="{FF2B5EF4-FFF2-40B4-BE49-F238E27FC236}">
                <a16:creationId xmlns:a16="http://schemas.microsoft.com/office/drawing/2014/main" id="{4F80A865-D61F-8A30-C2FD-FF2303FBAF1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D72C6DF-08BF-4B87-8BCC-4ED8CC3899B8}" type="slidenum">
              <a:rPr lang="en-GB" sz="800" smtClean="0"/>
              <a:t>‹#›</a:t>
            </a:fld>
            <a:endParaRPr lang="en-GB" sz="800"/>
          </a:p>
        </p:txBody>
      </p:sp>
    </p:spTree>
    <p:extLst>
      <p:ext uri="{BB962C8B-B14F-4D97-AF65-F5344CB8AC3E}">
        <p14:creationId xmlns:p14="http://schemas.microsoft.com/office/powerpoint/2010/main" val="3372126821"/>
      </p:ext>
    </p:extLst>
  </p:cSld>
  <p:clrMap bg1="lt1" tx1="dk1" bg2="lt2" tx2="dk2" accent1="accent1" accent2="accent2" accent3="accent3" accent4="accent4" accent5="accent5" accent6="accent6" hlink="hlink" folHlink="folHlink"/>
  <p:hf hdr="0" ftr="0" dt="0"/>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800"/>
            </a:lvl1pPr>
          </a:lstStyle>
          <a:p>
            <a:endParaRPr lang="fi-FI"/>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800"/>
            </a:lvl1pPr>
          </a:lstStyle>
          <a:p>
            <a:fld id="{64A5F74A-CD8A-4953-B106-B5BDE091D867}" type="datetimeFigureOut">
              <a:rPr lang="fi-FI" smtClean="0"/>
              <a:pPr/>
              <a:t>5.5.2026</a:t>
            </a:fld>
            <a:endParaRPr lang="fi-FI"/>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i-FI"/>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800"/>
            </a:lvl1pPr>
          </a:lstStyle>
          <a:p>
            <a:endParaRPr lang="fi-FI"/>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800"/>
            </a:lvl1pPr>
          </a:lstStyle>
          <a:p>
            <a:fld id="{CB868C32-EF99-4F91-9ACD-FA27EAEF0DAD}" type="slidenum">
              <a:rPr lang="fi-FI" smtClean="0"/>
              <a:pPr/>
              <a:t>‹#›</a:t>
            </a:fld>
            <a:endParaRPr lang="fi-FI"/>
          </a:p>
        </p:txBody>
      </p:sp>
    </p:spTree>
    <p:extLst>
      <p:ext uri="{BB962C8B-B14F-4D97-AF65-F5344CB8AC3E}">
        <p14:creationId xmlns:p14="http://schemas.microsoft.com/office/powerpoint/2010/main" val="90744347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F95E7-22BE-05A3-E398-1AEC98B312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DE5701-5BCF-E900-4199-0B35019E5FCD}"/>
              </a:ext>
            </a:extLst>
          </p:cNvPr>
          <p:cNvSpPr>
            <a:spLocks noGrp="1" noRot="1" noChangeAspect="1"/>
          </p:cNvSpPr>
          <p:nvPr>
            <p:ph type="sldImg"/>
          </p:nvPr>
        </p:nvSpPr>
        <p:spPr>
          <a:xfrm>
            <a:off x="685800" y="1143000"/>
            <a:ext cx="5486400" cy="3086100"/>
          </a:xfrm>
        </p:spPr>
        <p:txBody>
          <a:bodyPr/>
          <a:lstStyle/>
          <a:p>
            <a:endParaRPr lang="en-FI"/>
          </a:p>
        </p:txBody>
      </p:sp>
      <p:sp>
        <p:nvSpPr>
          <p:cNvPr id="3" name="Notes Placeholder 2">
            <a:extLst>
              <a:ext uri="{FF2B5EF4-FFF2-40B4-BE49-F238E27FC236}">
                <a16:creationId xmlns:a16="http://schemas.microsoft.com/office/drawing/2014/main" id="{C8D4E4F6-0A1B-1304-D9E5-402864C5E10E}"/>
              </a:ext>
            </a:extLst>
          </p:cNvPr>
          <p:cNvSpPr>
            <a:spLocks noGrp="1"/>
          </p:cNvSpPr>
          <p:nvPr>
            <p:ph type="body" idx="1"/>
          </p:nvPr>
        </p:nvSpPr>
        <p:spPr/>
        <p:txBody>
          <a:bodyPr/>
          <a:lstStyle/>
          <a:p>
            <a:endParaRPr lang="fi-FI" b="0"/>
          </a:p>
        </p:txBody>
      </p:sp>
      <p:sp>
        <p:nvSpPr>
          <p:cNvPr id="4" name="Slide Number Placeholder 3">
            <a:extLst>
              <a:ext uri="{FF2B5EF4-FFF2-40B4-BE49-F238E27FC236}">
                <a16:creationId xmlns:a16="http://schemas.microsoft.com/office/drawing/2014/main" id="{19B6D8FE-FB58-1179-D11B-FBEB6F6BD0AF}"/>
              </a:ext>
            </a:extLst>
          </p:cNvPr>
          <p:cNvSpPr>
            <a:spLocks noGrp="1"/>
          </p:cNvSpPr>
          <p:nvPr>
            <p:ph type="sldNum" sz="quarter" idx="10"/>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DF164E42-DED0-9246-9B1B-B67105F62D49}"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12</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070585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FI"/>
          </a:p>
        </p:txBody>
      </p:sp>
      <p:sp>
        <p:nvSpPr>
          <p:cNvPr id="3" name="Notes Placeholder 2"/>
          <p:cNvSpPr>
            <a:spLocks noGrp="1"/>
          </p:cNvSpPr>
          <p:nvPr>
            <p:ph type="body" idx="1"/>
          </p:nvPr>
        </p:nvSpPr>
        <p:spPr/>
        <p:txBody>
          <a:bodyPr/>
          <a:lstStyle/>
          <a:p>
            <a:endParaRPr lang="en-FI"/>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868C32-EF99-4F91-9ACD-FA27EAEF0DAD}" type="slidenum">
              <a:rPr kumimoji="0" lang="fi-FI" sz="8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1754540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EA9E7-164B-45AE-F635-71198C7739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B0EDA3-DE62-CAED-98BE-7ADD450DEDD6}"/>
              </a:ext>
            </a:extLst>
          </p:cNvPr>
          <p:cNvSpPr>
            <a:spLocks noGrp="1" noRot="1" noChangeAspect="1"/>
          </p:cNvSpPr>
          <p:nvPr>
            <p:ph type="sldImg"/>
          </p:nvPr>
        </p:nvSpPr>
        <p:spPr>
          <a:xfrm>
            <a:off x="685800" y="1143000"/>
            <a:ext cx="5486400" cy="3086100"/>
          </a:xfrm>
        </p:spPr>
        <p:txBody>
          <a:bodyPr/>
          <a:lstStyle/>
          <a:p>
            <a:endParaRPr lang="en-FI"/>
          </a:p>
        </p:txBody>
      </p:sp>
      <p:sp>
        <p:nvSpPr>
          <p:cNvPr id="3" name="Notes Placeholder 2">
            <a:extLst>
              <a:ext uri="{FF2B5EF4-FFF2-40B4-BE49-F238E27FC236}">
                <a16:creationId xmlns:a16="http://schemas.microsoft.com/office/drawing/2014/main" id="{2529BFC5-01D1-9FCA-3E26-63A58E516D74}"/>
              </a:ext>
            </a:extLst>
          </p:cNvPr>
          <p:cNvSpPr>
            <a:spLocks noGrp="1"/>
          </p:cNvSpPr>
          <p:nvPr>
            <p:ph type="body" idx="1"/>
          </p:nvPr>
        </p:nvSpPr>
        <p:spPr/>
        <p:txBody>
          <a:bodyPr/>
          <a:lstStyle/>
          <a:p>
            <a:endParaRPr lang="fi-FI" b="0"/>
          </a:p>
        </p:txBody>
      </p:sp>
      <p:sp>
        <p:nvSpPr>
          <p:cNvPr id="4" name="Slide Number Placeholder 3">
            <a:extLst>
              <a:ext uri="{FF2B5EF4-FFF2-40B4-BE49-F238E27FC236}">
                <a16:creationId xmlns:a16="http://schemas.microsoft.com/office/drawing/2014/main" id="{378B1E51-9C5D-E0E7-84C8-0C010F48FFDB}"/>
              </a:ext>
            </a:extLst>
          </p:cNvPr>
          <p:cNvSpPr>
            <a:spLocks noGrp="1"/>
          </p:cNvSpPr>
          <p:nvPr>
            <p:ph type="sldNum" sz="quarter" idx="10"/>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DF164E42-DED0-9246-9B1B-B67105F62D49}"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15</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492376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2AB48-B0D6-2D5D-00A5-77419A991F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587635-4DF5-CBEC-9789-E2049354E31A}"/>
              </a:ext>
            </a:extLst>
          </p:cNvPr>
          <p:cNvSpPr>
            <a:spLocks noGrp="1" noRot="1" noChangeAspect="1"/>
          </p:cNvSpPr>
          <p:nvPr>
            <p:ph type="sldImg"/>
          </p:nvPr>
        </p:nvSpPr>
        <p:spPr/>
        <p:txBody>
          <a:bodyPr/>
          <a:lstStyle/>
          <a:p>
            <a:endParaRPr lang="en-FI"/>
          </a:p>
        </p:txBody>
      </p:sp>
      <p:sp>
        <p:nvSpPr>
          <p:cNvPr id="3" name="Notes Placeholder 2">
            <a:extLst>
              <a:ext uri="{FF2B5EF4-FFF2-40B4-BE49-F238E27FC236}">
                <a16:creationId xmlns:a16="http://schemas.microsoft.com/office/drawing/2014/main" id="{94E3382D-DECD-E0E4-524B-8B08B28A52A4}"/>
              </a:ext>
            </a:extLst>
          </p:cNvPr>
          <p:cNvSpPr>
            <a:spLocks noGrp="1"/>
          </p:cNvSpPr>
          <p:nvPr>
            <p:ph type="body" idx="1"/>
          </p:nvPr>
        </p:nvSpPr>
        <p:spPr/>
        <p:txBody>
          <a:bodyPr/>
          <a:lstStyle/>
          <a:p>
            <a:endParaRPr lang="en-FI"/>
          </a:p>
        </p:txBody>
      </p:sp>
      <p:sp>
        <p:nvSpPr>
          <p:cNvPr id="4" name="Slide Number Placeholder 3">
            <a:extLst>
              <a:ext uri="{FF2B5EF4-FFF2-40B4-BE49-F238E27FC236}">
                <a16:creationId xmlns:a16="http://schemas.microsoft.com/office/drawing/2014/main" id="{025A56FE-7A0B-06EE-668B-0935B3F49B25}"/>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GB" sz="800" b="0" i="0" u="none" strike="noStrike" kern="1200" cap="none" spc="0" normalizeH="0" baseline="0" noProof="0" smtClean="0">
                <a:ln>
                  <a:noFill/>
                </a:ln>
                <a:solidFill>
                  <a:prstClr val="black"/>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800" b="0" i="0" u="none" strike="noStrike" kern="1200" cap="none" spc="0" normalizeH="0" baseline="0" noProof="0">
              <a:ln>
                <a:noFill/>
              </a:ln>
              <a:solidFill>
                <a:prstClr val="black"/>
              </a:solidFill>
              <a:effectLst/>
              <a:uLnTx/>
              <a:uFillTx/>
              <a:latin typeface="Arial"/>
              <a:ea typeface="Arial"/>
              <a:cs typeface="Arial"/>
              <a:sym typeface="Arial"/>
            </a:endParaRPr>
          </a:p>
        </p:txBody>
      </p:sp>
    </p:spTree>
    <p:extLst>
      <p:ext uri="{BB962C8B-B14F-4D97-AF65-F5344CB8AC3E}">
        <p14:creationId xmlns:p14="http://schemas.microsoft.com/office/powerpoint/2010/main" val="37544788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creativecommons.org/licenses/by/4.0/" TargetMode="External"/><Relationship Id="rId1" Type="http://schemas.openxmlformats.org/officeDocument/2006/relationships/slideMaster" Target="../slideMasters/slideMaster2.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s>
</file>

<file path=ppt/slideLayouts/_rels/slideLayout29.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hyperlink" Target="https://creativecommons.org/licenses/by-nc-nd/4.0/" TargetMode="External"/><Relationship Id="rId1" Type="http://schemas.openxmlformats.org/officeDocument/2006/relationships/slideMaster" Target="../slideMasters/slideMaster2.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s>
</file>

<file path=ppt/slideLayouts/_rels/slideLayout30.xml.rels><?xml version="1.0" encoding="UTF-8" standalone="yes"?>
<Relationships xmlns="http://schemas.openxmlformats.org/package/2006/relationships"><Relationship Id="rId8" Type="http://schemas.microsoft.com/office/2007/relationships/hdphoto" Target="../media/hdphoto4.wdp"/><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hyperlink" Target="https://creativecommons.org/licenses/by-sa/4.0/" TargetMode="External"/><Relationship Id="rId1" Type="http://schemas.openxmlformats.org/officeDocument/2006/relationships/slideMaster" Target="../slideMasters/slideMaster2.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creativecommons.org/licenses/by/4.0/" TargetMode="External"/><Relationship Id="rId1" Type="http://schemas.openxmlformats.org/officeDocument/2006/relationships/slideMaster" Target="../slideMasters/slideMaster5.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s>
</file>

<file path=ppt/slideLayouts/_rels/slideLayout79.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hyperlink" Target="https://creativecommons.org/licenses/by-nc-nd/4.0/" TargetMode="External"/><Relationship Id="rId1" Type="http://schemas.openxmlformats.org/officeDocument/2006/relationships/slideMaster" Target="../slideMasters/slideMaster5.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s>
</file>

<file path=ppt/slideLayouts/_rels/slideLayout80.xml.rels><?xml version="1.0" encoding="UTF-8" standalone="yes"?>
<Relationships xmlns="http://schemas.openxmlformats.org/package/2006/relationships"><Relationship Id="rId8" Type="http://schemas.microsoft.com/office/2007/relationships/hdphoto" Target="../media/hdphoto4.wdp"/><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hyperlink" Target="https://creativecommons.org/licenses/by-sa/4.0/" TargetMode="External"/><Relationship Id="rId1" Type="http://schemas.openxmlformats.org/officeDocument/2006/relationships/slideMaster" Target="../slideMasters/slideMaster5.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8.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1.xml.rels><?xml version="1.0" encoding="UTF-8" standalone="yes"?>
<Relationships xmlns="http://schemas.openxmlformats.org/package/2006/relationships"><Relationship Id="rId2" Type="http://schemas.openxmlformats.org/officeDocument/2006/relationships/hyperlink" Target="http://www.aalto.fi/" TargetMode="External"/><Relationship Id="rId1" Type="http://schemas.openxmlformats.org/officeDocument/2006/relationships/slideMaster" Target="../slideMasters/slideMaster10.xml"/></Relationships>
</file>

<file path=ppt/slideLayouts/_rels/slideLayout142.xml.rels><?xml version="1.0" encoding="UTF-8" standalone="yes"?>
<Relationships xmlns="http://schemas.openxmlformats.org/package/2006/relationships"><Relationship Id="rId2" Type="http://schemas.openxmlformats.org/officeDocument/2006/relationships/hyperlink" Target="http://www.aalto.fi/" TargetMode="External"/><Relationship Id="rId1" Type="http://schemas.openxmlformats.org/officeDocument/2006/relationships/slideMaster" Target="../slideMasters/slideMaster10.xml"/></Relationships>
</file>

<file path=ppt/slideLayouts/_rels/slideLayout143.xml.rels><?xml version="1.0" encoding="UTF-8" standalone="yes"?>
<Relationships xmlns="http://schemas.openxmlformats.org/package/2006/relationships"><Relationship Id="rId2" Type="http://schemas.openxmlformats.org/officeDocument/2006/relationships/hyperlink" Target="http://www.aalto.fi/" TargetMode="External"/><Relationship Id="rId1" Type="http://schemas.openxmlformats.org/officeDocument/2006/relationships/slideMaster" Target="../slideMasters/slideMaster10.xml"/></Relationships>
</file>

<file path=ppt/slideLayouts/_rels/slideLayout144.xml.rels><?xml version="1.0" encoding="UTF-8" standalone="yes"?>
<Relationships xmlns="http://schemas.openxmlformats.org/package/2006/relationships"><Relationship Id="rId2" Type="http://schemas.openxmlformats.org/officeDocument/2006/relationships/hyperlink" Target="http://www.aalto.fi/" TargetMode="External"/><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ext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8" name="Text Placeholder 7">
            <a:extLst>
              <a:ext uri="{FF2B5EF4-FFF2-40B4-BE49-F238E27FC236}">
                <a16:creationId xmlns:a16="http://schemas.microsoft.com/office/drawing/2014/main" id="{E151617C-A1F8-7D62-64C2-33C28BF06EE7}"/>
              </a:ext>
            </a:extLst>
          </p:cNvPr>
          <p:cNvSpPr>
            <a:spLocks noGrp="1"/>
          </p:cNvSpPr>
          <p:nvPr>
            <p:ph type="body" sz="quarter" idx="13"/>
          </p:nvPr>
        </p:nvSpPr>
        <p:spPr>
          <a:xfrm>
            <a:off x="1055688" y="2205039"/>
            <a:ext cx="10080625" cy="3671886"/>
          </a:xfrm>
        </p:spPr>
        <p:txBody>
          <a:bodyPr/>
          <a:lstStyle>
            <a:lvl1pPr>
              <a:defRPr sz="28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2817B02A-E412-3D57-D720-53C16DE5CD79}"/>
              </a:ext>
            </a:extLst>
          </p:cNvPr>
          <p:cNvSpPr>
            <a:spLocks noGrp="1"/>
          </p:cNvSpPr>
          <p:nvPr>
            <p:ph type="dt" sz="half" idx="14"/>
          </p:nvPr>
        </p:nvSpPr>
        <p:spPr/>
        <p:txBody>
          <a:bodyPr/>
          <a:lstStyle/>
          <a:p>
            <a:r>
              <a:rPr lang="fi-FI"/>
              <a:t>06.05.2026</a:t>
            </a:r>
          </a:p>
        </p:txBody>
      </p:sp>
      <p:sp>
        <p:nvSpPr>
          <p:cNvPr id="11" name="Footer Placeholder 10">
            <a:extLst>
              <a:ext uri="{FF2B5EF4-FFF2-40B4-BE49-F238E27FC236}">
                <a16:creationId xmlns:a16="http://schemas.microsoft.com/office/drawing/2014/main" id="{F69D12B5-7125-30E3-24A9-B13A45A47DD2}"/>
              </a:ext>
            </a:extLst>
          </p:cNvPr>
          <p:cNvSpPr>
            <a:spLocks noGrp="1"/>
          </p:cNvSpPr>
          <p:nvPr>
            <p:ph type="ftr" sz="quarter" idx="15"/>
          </p:nvPr>
        </p:nvSpPr>
        <p:spPr/>
        <p:txBody>
          <a:bodyPr/>
          <a:lstStyle/>
          <a:p>
            <a:r>
              <a:rPr lang="pt-BR"/>
              <a:t>Enrico Glerean (2026) CC-BY</a:t>
            </a:r>
            <a:endParaRPr lang="fi-FI"/>
          </a:p>
        </p:txBody>
      </p:sp>
      <p:sp>
        <p:nvSpPr>
          <p:cNvPr id="12" name="Slide Number Placeholder 11">
            <a:extLst>
              <a:ext uri="{FF2B5EF4-FFF2-40B4-BE49-F238E27FC236}">
                <a16:creationId xmlns:a16="http://schemas.microsoft.com/office/drawing/2014/main" id="{FBF2F3BF-BDB4-934B-223F-10D124A9FF7F}"/>
              </a:ext>
            </a:extLst>
          </p:cNvPr>
          <p:cNvSpPr>
            <a:spLocks noGrp="1"/>
          </p:cNvSpPr>
          <p:nvPr>
            <p:ph type="sldNum" sz="quarter" idx="16"/>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278612450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ext Content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fi-FI"/>
          </a:p>
        </p:txBody>
      </p:sp>
      <p:sp>
        <p:nvSpPr>
          <p:cNvPr id="8" name="Text Placeholder 7">
            <a:extLst>
              <a:ext uri="{FF2B5EF4-FFF2-40B4-BE49-F238E27FC236}">
                <a16:creationId xmlns:a16="http://schemas.microsoft.com/office/drawing/2014/main" id="{E151617C-A1F8-7D62-64C2-33C28BF06EE7}"/>
              </a:ext>
            </a:extLst>
          </p:cNvPr>
          <p:cNvSpPr>
            <a:spLocks noGrp="1"/>
          </p:cNvSpPr>
          <p:nvPr>
            <p:ph type="body" sz="quarter" idx="13"/>
          </p:nvPr>
        </p:nvSpPr>
        <p:spPr>
          <a:xfrm>
            <a:off x="1055688" y="2205039"/>
            <a:ext cx="10080625" cy="3671886"/>
          </a:xfrm>
        </p:spPr>
        <p:txBody>
          <a:bodyPr/>
          <a:lstStyle>
            <a:lvl1pPr>
              <a:defRPr sz="2800">
                <a:solidFill>
                  <a:schemeClr val="bg1"/>
                </a:solidFill>
              </a:defRPr>
            </a:lvl1pPr>
            <a:lvl2pPr>
              <a:defRPr sz="20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reeform 5">
            <a:extLst>
              <a:ext uri="{FF2B5EF4-FFF2-40B4-BE49-F238E27FC236}">
                <a16:creationId xmlns:a16="http://schemas.microsoft.com/office/drawing/2014/main" id="{1290A9EE-B882-1AC8-FB03-9E891579AE36}"/>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
        <p:nvSpPr>
          <p:cNvPr id="10" name="Date Placeholder 9">
            <a:extLst>
              <a:ext uri="{FF2B5EF4-FFF2-40B4-BE49-F238E27FC236}">
                <a16:creationId xmlns:a16="http://schemas.microsoft.com/office/drawing/2014/main" id="{B05A6015-939E-F9FC-0FB4-D470EC8A0BBD}"/>
              </a:ext>
            </a:extLst>
          </p:cNvPr>
          <p:cNvSpPr>
            <a:spLocks noGrp="1"/>
          </p:cNvSpPr>
          <p:nvPr>
            <p:ph type="dt" sz="half" idx="14"/>
          </p:nvPr>
        </p:nvSpPr>
        <p:spPr/>
        <p:txBody>
          <a:bodyPr/>
          <a:lstStyle/>
          <a:p>
            <a:r>
              <a:rPr lang="fi-FI"/>
              <a:t>06.05.2026</a:t>
            </a:r>
          </a:p>
        </p:txBody>
      </p:sp>
      <p:sp>
        <p:nvSpPr>
          <p:cNvPr id="11" name="Footer Placeholder 10">
            <a:extLst>
              <a:ext uri="{FF2B5EF4-FFF2-40B4-BE49-F238E27FC236}">
                <a16:creationId xmlns:a16="http://schemas.microsoft.com/office/drawing/2014/main" id="{14DB1AA2-CCCB-5B08-265D-BE56112733BF}"/>
              </a:ext>
            </a:extLst>
          </p:cNvPr>
          <p:cNvSpPr>
            <a:spLocks noGrp="1"/>
          </p:cNvSpPr>
          <p:nvPr>
            <p:ph type="ftr" sz="quarter" idx="15"/>
          </p:nvPr>
        </p:nvSpPr>
        <p:spPr/>
        <p:txBody>
          <a:bodyPr/>
          <a:lstStyle/>
          <a:p>
            <a:r>
              <a:rPr lang="pt-BR"/>
              <a:t>Enrico Glerean (2026) CC-BY</a:t>
            </a:r>
            <a:endParaRPr lang="fi-FI"/>
          </a:p>
        </p:txBody>
      </p:sp>
      <p:sp>
        <p:nvSpPr>
          <p:cNvPr id="12" name="Slide Number Placeholder 11">
            <a:extLst>
              <a:ext uri="{FF2B5EF4-FFF2-40B4-BE49-F238E27FC236}">
                <a16:creationId xmlns:a16="http://schemas.microsoft.com/office/drawing/2014/main" id="{CCA03FB0-714E-A993-B1E2-A06FD8310D2E}"/>
              </a:ext>
            </a:extLst>
          </p:cNvPr>
          <p:cNvSpPr>
            <a:spLocks noGrp="1"/>
          </p:cNvSpPr>
          <p:nvPr>
            <p:ph type="sldNum" sz="quarter" idx="16"/>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158473617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ext Content Blu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r>
              <a:rPr lang="fi-FI"/>
              <a:t>06.05.2026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Text Placeholder 7">
            <a:extLst>
              <a:ext uri="{FF2B5EF4-FFF2-40B4-BE49-F238E27FC236}">
                <a16:creationId xmlns:a16="http://schemas.microsoft.com/office/drawing/2014/main" id="{E151617C-A1F8-7D62-64C2-33C28BF06EE7}"/>
              </a:ext>
            </a:extLst>
          </p:cNvPr>
          <p:cNvSpPr>
            <a:spLocks noGrp="1"/>
          </p:cNvSpPr>
          <p:nvPr>
            <p:ph type="body" sz="quarter" idx="13"/>
          </p:nvPr>
        </p:nvSpPr>
        <p:spPr>
          <a:xfrm>
            <a:off x="1055688" y="2205039"/>
            <a:ext cx="10080625" cy="3671886"/>
          </a:xfrm>
        </p:spPr>
        <p:txBody>
          <a:bodyPr/>
          <a:lstStyle>
            <a:lvl1pPr>
              <a:defRPr sz="28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557968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ext Content 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r>
              <a:rPr lang="fi-FI"/>
              <a:t>06.05.2026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Text Placeholder 7">
            <a:extLst>
              <a:ext uri="{FF2B5EF4-FFF2-40B4-BE49-F238E27FC236}">
                <a16:creationId xmlns:a16="http://schemas.microsoft.com/office/drawing/2014/main" id="{E151617C-A1F8-7D62-64C2-33C28BF06EE7}"/>
              </a:ext>
            </a:extLst>
          </p:cNvPr>
          <p:cNvSpPr>
            <a:spLocks noGrp="1"/>
          </p:cNvSpPr>
          <p:nvPr>
            <p:ph type="body" sz="quarter" idx="13"/>
          </p:nvPr>
        </p:nvSpPr>
        <p:spPr>
          <a:xfrm>
            <a:off x="1055688" y="2205039"/>
            <a:ext cx="10080625" cy="3671886"/>
          </a:xfrm>
        </p:spPr>
        <p:txBody>
          <a:bodyPr/>
          <a:lstStyle>
            <a:lvl1pPr>
              <a:defRPr sz="28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3775029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ext Content Yellow">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r>
              <a:rPr lang="fi-FI"/>
              <a:t>06.05.2026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Text Placeholder 7">
            <a:extLst>
              <a:ext uri="{FF2B5EF4-FFF2-40B4-BE49-F238E27FC236}">
                <a16:creationId xmlns:a16="http://schemas.microsoft.com/office/drawing/2014/main" id="{E151617C-A1F8-7D62-64C2-33C28BF06EE7}"/>
              </a:ext>
            </a:extLst>
          </p:cNvPr>
          <p:cNvSpPr>
            <a:spLocks noGrp="1"/>
          </p:cNvSpPr>
          <p:nvPr>
            <p:ph type="body" sz="quarter" idx="13"/>
          </p:nvPr>
        </p:nvSpPr>
        <p:spPr>
          <a:xfrm>
            <a:off x="1055688" y="2205039"/>
            <a:ext cx="10080625" cy="3671886"/>
          </a:xfrm>
        </p:spPr>
        <p:txBody>
          <a:bodyPr/>
          <a:lstStyle>
            <a:lvl1pPr>
              <a:defRPr sz="28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487034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Bullets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DF6D14CD-046B-4F4C-C56E-9224E5C28466}"/>
              </a:ext>
            </a:extLst>
          </p:cNvPr>
          <p:cNvSpPr>
            <a:spLocks noGrp="1"/>
          </p:cNvSpPr>
          <p:nvPr>
            <p:ph idx="1"/>
          </p:nvPr>
        </p:nvSpPr>
        <p:spPr>
          <a:xfrm>
            <a:off x="1055688" y="2205037"/>
            <a:ext cx="10080625" cy="3671887"/>
          </a:xfrm>
        </p:spPr>
        <p:txBody>
          <a:bodyPr/>
          <a:lstStyle>
            <a:lvl1pPr marL="269875" indent="-269875">
              <a:buFont typeface="Arial" panose="020B0604020202020204" pitchFamily="34" charset="0"/>
              <a:buChar char="•"/>
              <a:defRPr/>
            </a:lvl1pPr>
            <a:lvl2pPr marL="539750" indent="-266700">
              <a:defRPr/>
            </a:lvl2pPr>
            <a:lvl3pPr marL="808038" indent="-276225">
              <a:defRPr/>
            </a:lvl3pPr>
            <a:lvl4pPr marL="1077913" indent="-266700">
              <a:defRPr/>
            </a:lvl4pPr>
            <a:lvl5pPr marL="1347788" indent="-266700">
              <a:defRPr/>
            </a:lvl5pPr>
            <a:lvl6pPr marL="1617663" indent="-266700">
              <a:defRPr/>
            </a:lvl6pPr>
            <a:lvl7pPr marL="1885950" indent="-276225">
              <a:defRPr/>
            </a:lvl7pPr>
            <a:lvl8pPr marL="2155825" indent="-266700">
              <a:defRPr/>
            </a:lvl8pPr>
            <a:lvl9pPr marL="2425700" indent="-26670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4" name="Date Placeholder 3">
            <a:extLst>
              <a:ext uri="{FF2B5EF4-FFF2-40B4-BE49-F238E27FC236}">
                <a16:creationId xmlns:a16="http://schemas.microsoft.com/office/drawing/2014/main" id="{5BB6FDD6-AC67-386D-7AA4-C02EC9BB07D2}"/>
              </a:ext>
            </a:extLst>
          </p:cNvPr>
          <p:cNvSpPr>
            <a:spLocks noGrp="1"/>
          </p:cNvSpPr>
          <p:nvPr>
            <p:ph type="dt" sz="half" idx="13"/>
          </p:nvPr>
        </p:nvSpPr>
        <p:spPr/>
        <p:txBody>
          <a:bodyPr/>
          <a:lstStyle/>
          <a:p>
            <a:r>
              <a:rPr lang="fi-FI"/>
              <a:t>06.05.2026</a:t>
            </a:r>
          </a:p>
        </p:txBody>
      </p:sp>
      <p:sp>
        <p:nvSpPr>
          <p:cNvPr id="5" name="Footer Placeholder 4">
            <a:extLst>
              <a:ext uri="{FF2B5EF4-FFF2-40B4-BE49-F238E27FC236}">
                <a16:creationId xmlns:a16="http://schemas.microsoft.com/office/drawing/2014/main" id="{A597A9CB-A538-660F-9EC0-84FF7D333DFB}"/>
              </a:ext>
            </a:extLst>
          </p:cNvPr>
          <p:cNvSpPr>
            <a:spLocks noGrp="1"/>
          </p:cNvSpPr>
          <p:nvPr>
            <p:ph type="ftr" sz="quarter" idx="14"/>
          </p:nvPr>
        </p:nvSpPr>
        <p:spPr/>
        <p:txBody>
          <a:bodyPr/>
          <a:lstStyle/>
          <a:p>
            <a:r>
              <a:rPr lang="pt-BR"/>
              <a:t>Enrico Glerean (2026) CC-BY</a:t>
            </a:r>
            <a:endParaRPr lang="fi-FI"/>
          </a:p>
        </p:txBody>
      </p:sp>
    </p:spTree>
    <p:extLst>
      <p:ext uri="{BB962C8B-B14F-4D97-AF65-F5344CB8AC3E}">
        <p14:creationId xmlns:p14="http://schemas.microsoft.com/office/powerpoint/2010/main" val="4088830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 preserve="1">
  <p:cSld name="Bullets and Content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fi-FI"/>
          </a:p>
        </p:txBody>
      </p:sp>
      <p:sp>
        <p:nvSpPr>
          <p:cNvPr id="3" name="Content Placeholder 2">
            <a:extLst>
              <a:ext uri="{FF2B5EF4-FFF2-40B4-BE49-F238E27FC236}">
                <a16:creationId xmlns:a16="http://schemas.microsoft.com/office/drawing/2014/main" id="{DF6D14CD-046B-4F4C-C56E-9224E5C28466}"/>
              </a:ext>
            </a:extLst>
          </p:cNvPr>
          <p:cNvSpPr>
            <a:spLocks noGrp="1"/>
          </p:cNvSpPr>
          <p:nvPr>
            <p:ph idx="1"/>
          </p:nvPr>
        </p:nvSpPr>
        <p:spPr>
          <a:xfrm>
            <a:off x="1055688" y="2205037"/>
            <a:ext cx="10080625" cy="3671887"/>
          </a:xfrm>
        </p:spPr>
        <p:txBody>
          <a:bodyPr/>
          <a:lstStyle>
            <a:lvl1pPr marL="269875" indent="-269875">
              <a:buFont typeface="Arial" panose="020B0604020202020204" pitchFamily="34" charset="0"/>
              <a:buChar char="•"/>
              <a:defRPr>
                <a:solidFill>
                  <a:schemeClr val="bg1"/>
                </a:solidFill>
              </a:defRPr>
            </a:lvl1pPr>
            <a:lvl2pPr marL="539750" indent="-266700">
              <a:defRPr>
                <a:solidFill>
                  <a:schemeClr val="bg1"/>
                </a:solidFill>
              </a:defRPr>
            </a:lvl2pPr>
            <a:lvl3pPr marL="808038" indent="-276225">
              <a:defRPr>
                <a:solidFill>
                  <a:schemeClr val="bg1"/>
                </a:solidFill>
              </a:defRPr>
            </a:lvl3pPr>
            <a:lvl4pPr marL="1077913" indent="-266700">
              <a:defRPr>
                <a:solidFill>
                  <a:schemeClr val="bg1"/>
                </a:solidFill>
              </a:defRPr>
            </a:lvl4pPr>
            <a:lvl5pPr marL="1347788" indent="-266700">
              <a:defRPr>
                <a:solidFill>
                  <a:schemeClr val="bg1"/>
                </a:solidFill>
              </a:defRPr>
            </a:lvl5pPr>
            <a:lvl6pPr marL="1617663" indent="-266700">
              <a:defRPr>
                <a:solidFill>
                  <a:schemeClr val="bg1"/>
                </a:solidFill>
              </a:defRPr>
            </a:lvl6pPr>
            <a:lvl7pPr marL="1885950" indent="-276225">
              <a:defRPr>
                <a:solidFill>
                  <a:schemeClr val="bg1"/>
                </a:solidFill>
              </a:defRPr>
            </a:lvl7pPr>
            <a:lvl8pPr marL="2155825" indent="-266700">
              <a:defRPr>
                <a:solidFill>
                  <a:schemeClr val="bg1"/>
                </a:solidFill>
              </a:defRPr>
            </a:lvl8pPr>
            <a:lvl9pPr marL="2425700" indent="-266700">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lvl1pPr>
              <a:defRPr>
                <a:solidFill>
                  <a:schemeClr val="bg1"/>
                </a:solidFill>
              </a:defRPr>
            </a:lvl1pPr>
          </a:lstStyle>
          <a:p>
            <a:r>
              <a:rPr lang="fi-FI"/>
              <a:t>06.05.2026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lvl1pPr>
              <a:defRPr>
                <a:solidFill>
                  <a:schemeClr val="bg1"/>
                </a:solidFill>
              </a:defRPr>
            </a:lvl1pPr>
          </a:lstStyle>
          <a:p>
            <a:r>
              <a:rPr lang="pt-BR"/>
              <a:t>Enrico Glerean (2026)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7" name="Freeform 5">
            <a:extLst>
              <a:ext uri="{FF2B5EF4-FFF2-40B4-BE49-F238E27FC236}">
                <a16:creationId xmlns:a16="http://schemas.microsoft.com/office/drawing/2014/main" id="{E925B5BF-537D-28C4-E616-ABEDC53298DE}"/>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Tree>
    <p:extLst>
      <p:ext uri="{BB962C8B-B14F-4D97-AF65-F5344CB8AC3E}">
        <p14:creationId xmlns:p14="http://schemas.microsoft.com/office/powerpoint/2010/main" val="115079817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Bullets and Content Blu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DF6D14CD-046B-4F4C-C56E-9224E5C28466}"/>
              </a:ext>
            </a:extLst>
          </p:cNvPr>
          <p:cNvSpPr>
            <a:spLocks noGrp="1"/>
          </p:cNvSpPr>
          <p:nvPr>
            <p:ph idx="1"/>
          </p:nvPr>
        </p:nvSpPr>
        <p:spPr>
          <a:xfrm>
            <a:off x="1055688" y="2205037"/>
            <a:ext cx="10080625" cy="3671887"/>
          </a:xfrm>
        </p:spPr>
        <p:txBody>
          <a:bodyPr/>
          <a:lstStyle>
            <a:lvl1pPr marL="269875" indent="-269875">
              <a:buFont typeface="Arial" panose="020B0604020202020204" pitchFamily="34" charset="0"/>
              <a:buChar char="•"/>
              <a:defRPr/>
            </a:lvl1pPr>
            <a:lvl2pPr marL="539750" indent="-266700">
              <a:defRPr/>
            </a:lvl2pPr>
            <a:lvl3pPr marL="808038" indent="-276225">
              <a:defRPr/>
            </a:lvl3pPr>
            <a:lvl4pPr marL="1077913" indent="-266700">
              <a:defRPr/>
            </a:lvl4pPr>
            <a:lvl5pPr marL="1347788" indent="-266700">
              <a:defRPr/>
            </a:lvl5pPr>
            <a:lvl6pPr marL="1617663" indent="-266700">
              <a:defRPr/>
            </a:lvl6pPr>
            <a:lvl7pPr marL="1885950" indent="-276225">
              <a:defRPr/>
            </a:lvl7pPr>
            <a:lvl8pPr marL="2155825" indent="-266700">
              <a:defRPr/>
            </a:lvl8pPr>
            <a:lvl9pPr marL="2425700" indent="-26670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r>
              <a:rPr lang="fi-FI"/>
              <a:t>06.05.2026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Tree>
    <p:extLst>
      <p:ext uri="{BB962C8B-B14F-4D97-AF65-F5344CB8AC3E}">
        <p14:creationId xmlns:p14="http://schemas.microsoft.com/office/powerpoint/2010/main" val="38187874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Bullets and Content 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DF6D14CD-046B-4F4C-C56E-9224E5C28466}"/>
              </a:ext>
            </a:extLst>
          </p:cNvPr>
          <p:cNvSpPr>
            <a:spLocks noGrp="1"/>
          </p:cNvSpPr>
          <p:nvPr>
            <p:ph idx="1"/>
          </p:nvPr>
        </p:nvSpPr>
        <p:spPr>
          <a:xfrm>
            <a:off x="1055688" y="2205037"/>
            <a:ext cx="10080625" cy="3671887"/>
          </a:xfrm>
        </p:spPr>
        <p:txBody>
          <a:bodyPr/>
          <a:lstStyle>
            <a:lvl1pPr marL="269875" indent="-269875">
              <a:buFont typeface="Arial" panose="020B0604020202020204" pitchFamily="34" charset="0"/>
              <a:buChar char="•"/>
              <a:defRPr/>
            </a:lvl1pPr>
            <a:lvl2pPr marL="539750" indent="-266700">
              <a:defRPr/>
            </a:lvl2pPr>
            <a:lvl3pPr marL="808038" indent="-276225">
              <a:defRPr/>
            </a:lvl3pPr>
            <a:lvl4pPr marL="1077913" indent="-266700">
              <a:defRPr/>
            </a:lvl4pPr>
            <a:lvl5pPr marL="1347788" indent="-266700">
              <a:defRPr/>
            </a:lvl5pPr>
            <a:lvl6pPr marL="1617663" indent="-266700">
              <a:defRPr/>
            </a:lvl6pPr>
            <a:lvl7pPr marL="1885950" indent="-276225">
              <a:defRPr/>
            </a:lvl7pPr>
            <a:lvl8pPr marL="2155825" indent="-266700">
              <a:defRPr/>
            </a:lvl8pPr>
            <a:lvl9pPr marL="2425700" indent="-26670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r>
              <a:rPr lang="fi-FI"/>
              <a:t>06.05.2026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Tree>
    <p:extLst>
      <p:ext uri="{BB962C8B-B14F-4D97-AF65-F5344CB8AC3E}">
        <p14:creationId xmlns:p14="http://schemas.microsoft.com/office/powerpoint/2010/main" val="10259222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Bullets and Content Yellow">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DF6D14CD-046B-4F4C-C56E-9224E5C28466}"/>
              </a:ext>
            </a:extLst>
          </p:cNvPr>
          <p:cNvSpPr>
            <a:spLocks noGrp="1"/>
          </p:cNvSpPr>
          <p:nvPr>
            <p:ph idx="1"/>
          </p:nvPr>
        </p:nvSpPr>
        <p:spPr>
          <a:xfrm>
            <a:off x="1055688" y="2205037"/>
            <a:ext cx="10080625" cy="3671887"/>
          </a:xfrm>
        </p:spPr>
        <p:txBody>
          <a:bodyPr/>
          <a:lstStyle>
            <a:lvl1pPr marL="269875" indent="-269875">
              <a:buFont typeface="Arial" panose="020B0604020202020204" pitchFamily="34" charset="0"/>
              <a:buChar char="•"/>
              <a:defRPr/>
            </a:lvl1pPr>
            <a:lvl2pPr marL="539750" indent="-266700">
              <a:defRPr/>
            </a:lvl2pPr>
            <a:lvl3pPr marL="808038" indent="-276225">
              <a:defRPr/>
            </a:lvl3pPr>
            <a:lvl4pPr marL="1077913" indent="-266700">
              <a:defRPr/>
            </a:lvl4pPr>
            <a:lvl5pPr marL="1347788" indent="-266700">
              <a:defRPr/>
            </a:lvl5pPr>
            <a:lvl6pPr marL="1617663" indent="-266700">
              <a:defRPr/>
            </a:lvl6pPr>
            <a:lvl7pPr marL="1885950" indent="-276225">
              <a:defRPr/>
            </a:lvl7pPr>
            <a:lvl8pPr marL="2155825" indent="-266700">
              <a:defRPr/>
            </a:lvl8pPr>
            <a:lvl9pPr marL="2425700" indent="-26670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r>
              <a:rPr lang="fi-FI"/>
              <a:t>06.05.2026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Tree>
    <p:extLst>
      <p:ext uri="{BB962C8B-B14F-4D97-AF65-F5344CB8AC3E}">
        <p14:creationId xmlns:p14="http://schemas.microsoft.com/office/powerpoint/2010/main" val="222002117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wo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8" name="Content Placeholder 2">
            <a:extLst>
              <a:ext uri="{FF2B5EF4-FFF2-40B4-BE49-F238E27FC236}">
                <a16:creationId xmlns:a16="http://schemas.microsoft.com/office/drawing/2014/main" id="{8E3AF440-5C52-ECEB-B15D-EBBA951D8C64}"/>
              </a:ext>
            </a:extLst>
          </p:cNvPr>
          <p:cNvSpPr>
            <a:spLocks noGrp="1"/>
          </p:cNvSpPr>
          <p:nvPr>
            <p:ph sz="half" idx="1"/>
          </p:nvPr>
        </p:nvSpPr>
        <p:spPr>
          <a:xfrm>
            <a:off x="1055688"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9" name="Content Placeholder 3">
            <a:extLst>
              <a:ext uri="{FF2B5EF4-FFF2-40B4-BE49-F238E27FC236}">
                <a16:creationId xmlns:a16="http://schemas.microsoft.com/office/drawing/2014/main" id="{F2689DE4-F150-1AC4-080E-1FC4078AEBAD}"/>
              </a:ext>
            </a:extLst>
          </p:cNvPr>
          <p:cNvSpPr>
            <a:spLocks noGrp="1"/>
          </p:cNvSpPr>
          <p:nvPr>
            <p:ph sz="half" idx="2"/>
          </p:nvPr>
        </p:nvSpPr>
        <p:spPr>
          <a:xfrm>
            <a:off x="6240016"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16" name="Slide Number Placeholder 15">
            <a:extLst>
              <a:ext uri="{FF2B5EF4-FFF2-40B4-BE49-F238E27FC236}">
                <a16:creationId xmlns:a16="http://schemas.microsoft.com/office/drawing/2014/main" id="{302C1AAA-FFC0-A072-DE72-90A83A340821}"/>
              </a:ext>
            </a:extLst>
          </p:cNvPr>
          <p:cNvSpPr>
            <a:spLocks noGrp="1"/>
          </p:cNvSpPr>
          <p:nvPr>
            <p:ph type="sldNum" sz="quarter" idx="12"/>
          </p:nvPr>
        </p:nvSpPr>
        <p:spPr/>
        <p:txBody>
          <a:bodyPr/>
          <a:lstStyle/>
          <a:p>
            <a:fld id="{D701140D-C14F-41CA-99FC-0EF83E8DA40A}" type="slidenum">
              <a:rPr lang="fi-FI" smtClean="0"/>
              <a:pPr/>
              <a:t>‹#›</a:t>
            </a:fld>
            <a:endParaRPr lang="fi-FI"/>
          </a:p>
        </p:txBody>
      </p:sp>
      <p:sp>
        <p:nvSpPr>
          <p:cNvPr id="5" name="Date Placeholder 4">
            <a:extLst>
              <a:ext uri="{FF2B5EF4-FFF2-40B4-BE49-F238E27FC236}">
                <a16:creationId xmlns:a16="http://schemas.microsoft.com/office/drawing/2014/main" id="{2E2A57BB-F53F-2B7B-D0F6-79F25B989302}"/>
              </a:ext>
            </a:extLst>
          </p:cNvPr>
          <p:cNvSpPr>
            <a:spLocks noGrp="1"/>
          </p:cNvSpPr>
          <p:nvPr>
            <p:ph type="dt" sz="half" idx="13"/>
          </p:nvPr>
        </p:nvSpPr>
        <p:spPr/>
        <p:txBody>
          <a:bodyPr/>
          <a:lstStyle/>
          <a:p>
            <a:r>
              <a:rPr lang="fi-FI"/>
              <a:t>06.05.2026</a:t>
            </a:r>
          </a:p>
        </p:txBody>
      </p:sp>
      <p:sp>
        <p:nvSpPr>
          <p:cNvPr id="6" name="Footer Placeholder 5">
            <a:extLst>
              <a:ext uri="{FF2B5EF4-FFF2-40B4-BE49-F238E27FC236}">
                <a16:creationId xmlns:a16="http://schemas.microsoft.com/office/drawing/2014/main" id="{F421E61B-D35D-AB1D-B003-595DF1E201E2}"/>
              </a:ext>
            </a:extLst>
          </p:cNvPr>
          <p:cNvSpPr>
            <a:spLocks noGrp="1"/>
          </p:cNvSpPr>
          <p:nvPr>
            <p:ph type="ftr" sz="quarter" idx="14"/>
          </p:nvPr>
        </p:nvSpPr>
        <p:spPr/>
        <p:txBody>
          <a:bodyPr/>
          <a:lstStyle/>
          <a:p>
            <a:r>
              <a:rPr lang="pt-BR"/>
              <a:t>Enrico Glerean (2026) CC-BY</a:t>
            </a:r>
            <a:endParaRPr lang="fi-FI"/>
          </a:p>
        </p:txBody>
      </p:sp>
    </p:spTree>
    <p:extLst>
      <p:ext uri="{BB962C8B-B14F-4D97-AF65-F5344CB8AC3E}">
        <p14:creationId xmlns:p14="http://schemas.microsoft.com/office/powerpoint/2010/main" val="2392739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wo Content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lvl1pPr>
              <a:defRPr>
                <a:solidFill>
                  <a:schemeClr val="bg1"/>
                </a:solidFill>
              </a:defRPr>
            </a:lvl1pPr>
          </a:lstStyle>
          <a:p>
            <a:r>
              <a:rPr lang="fi-FI"/>
              <a:t>06.05.2026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lvl1pPr>
              <a:defRPr>
                <a:solidFill>
                  <a:schemeClr val="bg1"/>
                </a:solidFill>
              </a:defRPr>
            </a:lvl1pPr>
          </a:lstStyle>
          <a:p>
            <a:r>
              <a:rPr lang="pt-BR"/>
              <a:t>Enrico Glerean (2026)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8" name="Content Placeholder 2">
            <a:extLst>
              <a:ext uri="{FF2B5EF4-FFF2-40B4-BE49-F238E27FC236}">
                <a16:creationId xmlns:a16="http://schemas.microsoft.com/office/drawing/2014/main" id="{8E3AF440-5C52-ECEB-B15D-EBBA951D8C64}"/>
              </a:ext>
            </a:extLst>
          </p:cNvPr>
          <p:cNvSpPr>
            <a:spLocks noGrp="1"/>
          </p:cNvSpPr>
          <p:nvPr>
            <p:ph sz="half" idx="1"/>
          </p:nvPr>
        </p:nvSpPr>
        <p:spPr>
          <a:xfrm>
            <a:off x="1055688" y="2205037"/>
            <a:ext cx="4896296" cy="367188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9" name="Content Placeholder 3">
            <a:extLst>
              <a:ext uri="{FF2B5EF4-FFF2-40B4-BE49-F238E27FC236}">
                <a16:creationId xmlns:a16="http://schemas.microsoft.com/office/drawing/2014/main" id="{F2689DE4-F150-1AC4-080E-1FC4078AEBAD}"/>
              </a:ext>
            </a:extLst>
          </p:cNvPr>
          <p:cNvSpPr>
            <a:spLocks noGrp="1"/>
          </p:cNvSpPr>
          <p:nvPr>
            <p:ph sz="half" idx="2"/>
          </p:nvPr>
        </p:nvSpPr>
        <p:spPr>
          <a:xfrm>
            <a:off x="6240016" y="2205037"/>
            <a:ext cx="4896296" cy="367188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3" name="Freeform 5">
            <a:extLst>
              <a:ext uri="{FF2B5EF4-FFF2-40B4-BE49-F238E27FC236}">
                <a16:creationId xmlns:a16="http://schemas.microsoft.com/office/drawing/2014/main" id="{18D0D236-0E9F-85F5-9BC1-6B8DF3DB5124}"/>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Tree>
    <p:extLst>
      <p:ext uri="{BB962C8B-B14F-4D97-AF65-F5344CB8AC3E}">
        <p14:creationId xmlns:p14="http://schemas.microsoft.com/office/powerpoint/2010/main" val="39615041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ntent Blu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06.05.2026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(2026)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Content Placeholder 2">
            <a:extLst>
              <a:ext uri="{FF2B5EF4-FFF2-40B4-BE49-F238E27FC236}">
                <a16:creationId xmlns:a16="http://schemas.microsoft.com/office/drawing/2014/main" id="{8E3AF440-5C52-ECEB-B15D-EBBA951D8C64}"/>
              </a:ext>
            </a:extLst>
          </p:cNvPr>
          <p:cNvSpPr>
            <a:spLocks noGrp="1"/>
          </p:cNvSpPr>
          <p:nvPr>
            <p:ph sz="half" idx="1"/>
          </p:nvPr>
        </p:nvSpPr>
        <p:spPr>
          <a:xfrm>
            <a:off x="1055688"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9" name="Content Placeholder 3">
            <a:extLst>
              <a:ext uri="{FF2B5EF4-FFF2-40B4-BE49-F238E27FC236}">
                <a16:creationId xmlns:a16="http://schemas.microsoft.com/office/drawing/2014/main" id="{F2689DE4-F150-1AC4-080E-1FC4078AEBAD}"/>
              </a:ext>
            </a:extLst>
          </p:cNvPr>
          <p:cNvSpPr>
            <a:spLocks noGrp="1"/>
          </p:cNvSpPr>
          <p:nvPr>
            <p:ph sz="half" idx="2"/>
          </p:nvPr>
        </p:nvSpPr>
        <p:spPr>
          <a:xfrm>
            <a:off x="6240016"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39161117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ntent 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06.05.2026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(2026)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Content Placeholder 2">
            <a:extLst>
              <a:ext uri="{FF2B5EF4-FFF2-40B4-BE49-F238E27FC236}">
                <a16:creationId xmlns:a16="http://schemas.microsoft.com/office/drawing/2014/main" id="{8E3AF440-5C52-ECEB-B15D-EBBA951D8C64}"/>
              </a:ext>
            </a:extLst>
          </p:cNvPr>
          <p:cNvSpPr>
            <a:spLocks noGrp="1"/>
          </p:cNvSpPr>
          <p:nvPr>
            <p:ph sz="half" idx="1"/>
          </p:nvPr>
        </p:nvSpPr>
        <p:spPr>
          <a:xfrm>
            <a:off x="1055688"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9" name="Content Placeholder 3">
            <a:extLst>
              <a:ext uri="{FF2B5EF4-FFF2-40B4-BE49-F238E27FC236}">
                <a16:creationId xmlns:a16="http://schemas.microsoft.com/office/drawing/2014/main" id="{F2689DE4-F150-1AC4-080E-1FC4078AEBAD}"/>
              </a:ext>
            </a:extLst>
          </p:cNvPr>
          <p:cNvSpPr>
            <a:spLocks noGrp="1"/>
          </p:cNvSpPr>
          <p:nvPr>
            <p:ph sz="half" idx="2"/>
          </p:nvPr>
        </p:nvSpPr>
        <p:spPr>
          <a:xfrm>
            <a:off x="6240016"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18432736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ntent Yellow">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06.05.2026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(2026)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Content Placeholder 2">
            <a:extLst>
              <a:ext uri="{FF2B5EF4-FFF2-40B4-BE49-F238E27FC236}">
                <a16:creationId xmlns:a16="http://schemas.microsoft.com/office/drawing/2014/main" id="{8E3AF440-5C52-ECEB-B15D-EBBA951D8C64}"/>
              </a:ext>
            </a:extLst>
          </p:cNvPr>
          <p:cNvSpPr>
            <a:spLocks noGrp="1"/>
          </p:cNvSpPr>
          <p:nvPr>
            <p:ph sz="half" idx="1"/>
          </p:nvPr>
        </p:nvSpPr>
        <p:spPr>
          <a:xfrm>
            <a:off x="1055688"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9" name="Content Placeholder 3">
            <a:extLst>
              <a:ext uri="{FF2B5EF4-FFF2-40B4-BE49-F238E27FC236}">
                <a16:creationId xmlns:a16="http://schemas.microsoft.com/office/drawing/2014/main" id="{F2689DE4-F150-1AC4-080E-1FC4078AEBAD}"/>
              </a:ext>
            </a:extLst>
          </p:cNvPr>
          <p:cNvSpPr>
            <a:spLocks noGrp="1"/>
          </p:cNvSpPr>
          <p:nvPr>
            <p:ph sz="half" idx="2"/>
          </p:nvPr>
        </p:nvSpPr>
        <p:spPr>
          <a:xfrm>
            <a:off x="6240016"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6204816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ree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1055688" y="2205037"/>
            <a:ext cx="3168104"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Content Placeholder 3">
            <a:extLst>
              <a:ext uri="{FF2B5EF4-FFF2-40B4-BE49-F238E27FC236}">
                <a16:creationId xmlns:a16="http://schemas.microsoft.com/office/drawing/2014/main" id="{9BB0BFA1-AAA3-B436-0EE2-E469AA3932D9}"/>
              </a:ext>
            </a:extLst>
          </p:cNvPr>
          <p:cNvSpPr>
            <a:spLocks noGrp="1"/>
          </p:cNvSpPr>
          <p:nvPr>
            <p:ph sz="half" idx="2"/>
          </p:nvPr>
        </p:nvSpPr>
        <p:spPr>
          <a:xfrm>
            <a:off x="4511825" y="2205037"/>
            <a:ext cx="3168352"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06.05.2026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(2026)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12" name="Content Placeholder 3">
            <a:extLst>
              <a:ext uri="{FF2B5EF4-FFF2-40B4-BE49-F238E27FC236}">
                <a16:creationId xmlns:a16="http://schemas.microsoft.com/office/drawing/2014/main" id="{D2A1A8FC-ED18-02E4-A33A-C74DEBE3A1BD}"/>
              </a:ext>
            </a:extLst>
          </p:cNvPr>
          <p:cNvSpPr>
            <a:spLocks noGrp="1"/>
          </p:cNvSpPr>
          <p:nvPr>
            <p:ph sz="half" idx="13"/>
          </p:nvPr>
        </p:nvSpPr>
        <p:spPr>
          <a:xfrm>
            <a:off x="7968208" y="2205037"/>
            <a:ext cx="3168105"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11817082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Three Content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1055688" y="2205037"/>
            <a:ext cx="3168104" cy="367188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Content Placeholder 3">
            <a:extLst>
              <a:ext uri="{FF2B5EF4-FFF2-40B4-BE49-F238E27FC236}">
                <a16:creationId xmlns:a16="http://schemas.microsoft.com/office/drawing/2014/main" id="{9BB0BFA1-AAA3-B436-0EE2-E469AA3932D9}"/>
              </a:ext>
            </a:extLst>
          </p:cNvPr>
          <p:cNvSpPr>
            <a:spLocks noGrp="1"/>
          </p:cNvSpPr>
          <p:nvPr>
            <p:ph sz="half" idx="2"/>
          </p:nvPr>
        </p:nvSpPr>
        <p:spPr>
          <a:xfrm>
            <a:off x="4511825" y="2205037"/>
            <a:ext cx="3168352" cy="367188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lvl1pPr>
              <a:defRPr>
                <a:solidFill>
                  <a:schemeClr val="bg1"/>
                </a:solidFill>
              </a:defRPr>
            </a:lvl1pPr>
          </a:lstStyle>
          <a:p>
            <a:r>
              <a:rPr lang="fi-FI"/>
              <a:t>06.05.2026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lvl1pPr>
              <a:defRPr>
                <a:solidFill>
                  <a:schemeClr val="bg1"/>
                </a:solidFill>
              </a:defRPr>
            </a:lvl1pPr>
          </a:lstStyle>
          <a:p>
            <a:r>
              <a:rPr lang="pt-BR"/>
              <a:t>Enrico Glerean (2026)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12" name="Content Placeholder 3">
            <a:extLst>
              <a:ext uri="{FF2B5EF4-FFF2-40B4-BE49-F238E27FC236}">
                <a16:creationId xmlns:a16="http://schemas.microsoft.com/office/drawing/2014/main" id="{D2A1A8FC-ED18-02E4-A33A-C74DEBE3A1BD}"/>
              </a:ext>
            </a:extLst>
          </p:cNvPr>
          <p:cNvSpPr>
            <a:spLocks noGrp="1"/>
          </p:cNvSpPr>
          <p:nvPr>
            <p:ph sz="half" idx="13"/>
          </p:nvPr>
        </p:nvSpPr>
        <p:spPr>
          <a:xfrm>
            <a:off x="7968208" y="2205037"/>
            <a:ext cx="3168105" cy="367188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8" name="Freeform 5">
            <a:extLst>
              <a:ext uri="{FF2B5EF4-FFF2-40B4-BE49-F238E27FC236}">
                <a16:creationId xmlns:a16="http://schemas.microsoft.com/office/drawing/2014/main" id="{D7912BB5-9834-D960-62E3-9D95A380EB5B}"/>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Tree>
    <p:extLst>
      <p:ext uri="{BB962C8B-B14F-4D97-AF65-F5344CB8AC3E}">
        <p14:creationId xmlns:p14="http://schemas.microsoft.com/office/powerpoint/2010/main" val="40132027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hree Content Blu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1055688" y="2205037"/>
            <a:ext cx="3168104"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Content Placeholder 3">
            <a:extLst>
              <a:ext uri="{FF2B5EF4-FFF2-40B4-BE49-F238E27FC236}">
                <a16:creationId xmlns:a16="http://schemas.microsoft.com/office/drawing/2014/main" id="{9BB0BFA1-AAA3-B436-0EE2-E469AA3932D9}"/>
              </a:ext>
            </a:extLst>
          </p:cNvPr>
          <p:cNvSpPr>
            <a:spLocks noGrp="1"/>
          </p:cNvSpPr>
          <p:nvPr>
            <p:ph sz="half" idx="2"/>
          </p:nvPr>
        </p:nvSpPr>
        <p:spPr>
          <a:xfrm>
            <a:off x="4511825" y="2205037"/>
            <a:ext cx="3168352"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06.05.2026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(2026)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12" name="Content Placeholder 3">
            <a:extLst>
              <a:ext uri="{FF2B5EF4-FFF2-40B4-BE49-F238E27FC236}">
                <a16:creationId xmlns:a16="http://schemas.microsoft.com/office/drawing/2014/main" id="{D2A1A8FC-ED18-02E4-A33A-C74DEBE3A1BD}"/>
              </a:ext>
            </a:extLst>
          </p:cNvPr>
          <p:cNvSpPr>
            <a:spLocks noGrp="1"/>
          </p:cNvSpPr>
          <p:nvPr>
            <p:ph sz="half" idx="13"/>
          </p:nvPr>
        </p:nvSpPr>
        <p:spPr>
          <a:xfrm>
            <a:off x="7968208" y="2205037"/>
            <a:ext cx="3168105"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3263147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hree Content 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1055688" y="2205037"/>
            <a:ext cx="3168104"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Content Placeholder 3">
            <a:extLst>
              <a:ext uri="{FF2B5EF4-FFF2-40B4-BE49-F238E27FC236}">
                <a16:creationId xmlns:a16="http://schemas.microsoft.com/office/drawing/2014/main" id="{9BB0BFA1-AAA3-B436-0EE2-E469AA3932D9}"/>
              </a:ext>
            </a:extLst>
          </p:cNvPr>
          <p:cNvSpPr>
            <a:spLocks noGrp="1"/>
          </p:cNvSpPr>
          <p:nvPr>
            <p:ph sz="half" idx="2"/>
          </p:nvPr>
        </p:nvSpPr>
        <p:spPr>
          <a:xfrm>
            <a:off x="4511825" y="2205037"/>
            <a:ext cx="3168352"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06.05.2026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(2026)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12" name="Content Placeholder 3">
            <a:extLst>
              <a:ext uri="{FF2B5EF4-FFF2-40B4-BE49-F238E27FC236}">
                <a16:creationId xmlns:a16="http://schemas.microsoft.com/office/drawing/2014/main" id="{D2A1A8FC-ED18-02E4-A33A-C74DEBE3A1BD}"/>
              </a:ext>
            </a:extLst>
          </p:cNvPr>
          <p:cNvSpPr>
            <a:spLocks noGrp="1"/>
          </p:cNvSpPr>
          <p:nvPr>
            <p:ph sz="half" idx="13"/>
          </p:nvPr>
        </p:nvSpPr>
        <p:spPr>
          <a:xfrm>
            <a:off x="7968208" y="2205037"/>
            <a:ext cx="3168105"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24064620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hree Content Yellow">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1055688" y="2205037"/>
            <a:ext cx="3168104"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Content Placeholder 3">
            <a:extLst>
              <a:ext uri="{FF2B5EF4-FFF2-40B4-BE49-F238E27FC236}">
                <a16:creationId xmlns:a16="http://schemas.microsoft.com/office/drawing/2014/main" id="{9BB0BFA1-AAA3-B436-0EE2-E469AA3932D9}"/>
              </a:ext>
            </a:extLst>
          </p:cNvPr>
          <p:cNvSpPr>
            <a:spLocks noGrp="1"/>
          </p:cNvSpPr>
          <p:nvPr>
            <p:ph sz="half" idx="2"/>
          </p:nvPr>
        </p:nvSpPr>
        <p:spPr>
          <a:xfrm>
            <a:off x="4511825" y="2205037"/>
            <a:ext cx="3168352"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06.05.2026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(2026)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12" name="Content Placeholder 3">
            <a:extLst>
              <a:ext uri="{FF2B5EF4-FFF2-40B4-BE49-F238E27FC236}">
                <a16:creationId xmlns:a16="http://schemas.microsoft.com/office/drawing/2014/main" id="{D2A1A8FC-ED18-02E4-A33A-C74DEBE3A1BD}"/>
              </a:ext>
            </a:extLst>
          </p:cNvPr>
          <p:cNvSpPr>
            <a:spLocks noGrp="1"/>
          </p:cNvSpPr>
          <p:nvPr>
            <p:ph sz="half" idx="13"/>
          </p:nvPr>
        </p:nvSpPr>
        <p:spPr>
          <a:xfrm>
            <a:off x="7968208" y="2205037"/>
            <a:ext cx="3168105"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20488851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Content and Picture ">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6096000" y="0"/>
            <a:ext cx="6096000" cy="6858000"/>
          </a:xfrm>
          <a:solidFill>
            <a:schemeClr val="bg2"/>
          </a:solidFill>
        </p:spPr>
        <p:txBody>
          <a:bodyPr vert="horz" lIns="0" tIns="0" rIns="0" bIns="0" rtlCol="0" anchor="t" anchorCtr="0">
            <a:noAutofit/>
          </a:bodyPr>
          <a:lstStyle>
            <a:lvl1pPr>
              <a:defRPr lang="fi-FI" sz="1200" noProof="1"/>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1079971"/>
          </a:xfrm>
        </p:spPr>
        <p:txBody>
          <a:bodyPr/>
          <a:lstStyle>
            <a:lvl1pPr>
              <a:defRPr sz="3000" baseline="0"/>
            </a:lvl1p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407988" y="2205037"/>
            <a:ext cx="5327972"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9" name="Date Placeholder 8">
            <a:extLst>
              <a:ext uri="{FF2B5EF4-FFF2-40B4-BE49-F238E27FC236}">
                <a16:creationId xmlns:a16="http://schemas.microsoft.com/office/drawing/2014/main" id="{3EFDDFAA-FB60-5E07-D47D-70D865F8CC7B}"/>
              </a:ext>
            </a:extLst>
          </p:cNvPr>
          <p:cNvSpPr>
            <a:spLocks noGrp="1"/>
          </p:cNvSpPr>
          <p:nvPr>
            <p:ph type="dt" sz="half" idx="14"/>
          </p:nvPr>
        </p:nvSpPr>
        <p:spPr/>
        <p:txBody>
          <a:bodyPr/>
          <a:lstStyle/>
          <a:p>
            <a:r>
              <a:rPr lang="fi-FI"/>
              <a:t>06.05.2026</a:t>
            </a:r>
          </a:p>
        </p:txBody>
      </p:sp>
      <p:sp>
        <p:nvSpPr>
          <p:cNvPr id="11" name="Footer Placeholder 10">
            <a:extLst>
              <a:ext uri="{FF2B5EF4-FFF2-40B4-BE49-F238E27FC236}">
                <a16:creationId xmlns:a16="http://schemas.microsoft.com/office/drawing/2014/main" id="{4540F5DF-39E5-E2E8-B03C-D6FDD231FEA0}"/>
              </a:ext>
            </a:extLst>
          </p:cNvPr>
          <p:cNvSpPr>
            <a:spLocks noGrp="1"/>
          </p:cNvSpPr>
          <p:nvPr>
            <p:ph type="ftr" sz="quarter" idx="15"/>
          </p:nvPr>
        </p:nvSpPr>
        <p:spPr/>
        <p:txBody>
          <a:bodyPr/>
          <a:lstStyle/>
          <a:p>
            <a:r>
              <a:rPr lang="pt-BR"/>
              <a:t>Enrico Glerean (2026) CC-BY</a:t>
            </a:r>
            <a:endParaRPr lang="fi-FI"/>
          </a:p>
        </p:txBody>
      </p:sp>
      <p:sp>
        <p:nvSpPr>
          <p:cNvPr id="12" name="Slide Number Placeholder 11">
            <a:extLst>
              <a:ext uri="{FF2B5EF4-FFF2-40B4-BE49-F238E27FC236}">
                <a16:creationId xmlns:a16="http://schemas.microsoft.com/office/drawing/2014/main" id="{6EF1DAEE-7222-DF91-56AD-F2105391ACDC}"/>
              </a:ext>
            </a:extLst>
          </p:cNvPr>
          <p:cNvSpPr>
            <a:spLocks noGrp="1"/>
          </p:cNvSpPr>
          <p:nvPr>
            <p:ph type="sldNum" sz="quarter" idx="16"/>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10284068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cSld name="Section Header Black">
    <p:bg>
      <p:bgPr>
        <a:solidFill>
          <a:schemeClr val="tx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00DE2EE-0379-76A8-D3FE-92AD796C4367}"/>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9" name="Title 1">
            <a:extLst>
              <a:ext uri="{FF2B5EF4-FFF2-40B4-BE49-F238E27FC236}">
                <a16:creationId xmlns:a16="http://schemas.microsoft.com/office/drawing/2014/main" id="{7795DFD4-86D0-9FF1-D4D8-602EECF830DF}"/>
              </a:ext>
            </a:extLst>
          </p:cNvPr>
          <p:cNvSpPr>
            <a:spLocks noGrp="1"/>
          </p:cNvSpPr>
          <p:nvPr>
            <p:ph type="ctrTitle"/>
          </p:nvPr>
        </p:nvSpPr>
        <p:spPr>
          <a:xfrm>
            <a:off x="412647" y="3182779"/>
            <a:ext cx="11371365" cy="492443"/>
          </a:xfrm>
        </p:spPr>
        <p:txBody>
          <a:bodyPr wrap="square" anchor="ctr" anchorCtr="0">
            <a:spAutoFit/>
          </a:bodyPr>
          <a:lstStyle>
            <a:lvl1pPr algn="ctr">
              <a:lnSpc>
                <a:spcPct val="100000"/>
              </a:lnSpc>
              <a:defRPr sz="3200">
                <a:solidFill>
                  <a:schemeClr val="bg1"/>
                </a:solidFill>
                <a:latin typeface="+mj-lt"/>
              </a:defRPr>
            </a:lvl1pPr>
          </a:lstStyle>
          <a:p>
            <a:r>
              <a:rPr lang="en-US"/>
              <a:t>Click to edit Master title style</a:t>
            </a:r>
            <a:endParaRPr lang="fi-FI"/>
          </a:p>
        </p:txBody>
      </p:sp>
      <p:sp>
        <p:nvSpPr>
          <p:cNvPr id="2" name="Freeform 5">
            <a:extLst>
              <a:ext uri="{FF2B5EF4-FFF2-40B4-BE49-F238E27FC236}">
                <a16:creationId xmlns:a16="http://schemas.microsoft.com/office/drawing/2014/main" id="{5A269375-E1A8-C31B-7E8E-7F024302667C}"/>
              </a:ext>
            </a:extLst>
          </p:cNvPr>
          <p:cNvSpPr>
            <a:spLocks noChangeAspect="1" noEditPoints="1"/>
          </p:cNvSpPr>
          <p:nvPr userDrawn="1"/>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
        <p:nvSpPr>
          <p:cNvPr id="4" name="Date Placeholder 3">
            <a:extLst>
              <a:ext uri="{FF2B5EF4-FFF2-40B4-BE49-F238E27FC236}">
                <a16:creationId xmlns:a16="http://schemas.microsoft.com/office/drawing/2014/main" id="{AFAB8C54-8FF4-ECB4-5321-511CAEE5FB2D}"/>
              </a:ext>
            </a:extLst>
          </p:cNvPr>
          <p:cNvSpPr>
            <a:spLocks noGrp="1"/>
          </p:cNvSpPr>
          <p:nvPr>
            <p:ph type="dt" sz="half" idx="13"/>
          </p:nvPr>
        </p:nvSpPr>
        <p:spPr/>
        <p:txBody>
          <a:bodyPr/>
          <a:lstStyle/>
          <a:p>
            <a:r>
              <a:rPr lang="fi-FI"/>
              <a:t>06.05.2026</a:t>
            </a:r>
          </a:p>
        </p:txBody>
      </p:sp>
      <p:sp>
        <p:nvSpPr>
          <p:cNvPr id="5" name="Footer Placeholder 4">
            <a:extLst>
              <a:ext uri="{FF2B5EF4-FFF2-40B4-BE49-F238E27FC236}">
                <a16:creationId xmlns:a16="http://schemas.microsoft.com/office/drawing/2014/main" id="{D00DBC1F-EE08-1759-7EA7-58669FCAF887}"/>
              </a:ext>
            </a:extLst>
          </p:cNvPr>
          <p:cNvSpPr>
            <a:spLocks noGrp="1"/>
          </p:cNvSpPr>
          <p:nvPr>
            <p:ph type="ftr" sz="quarter" idx="14"/>
          </p:nvPr>
        </p:nvSpPr>
        <p:spPr/>
        <p:txBody>
          <a:bodyPr/>
          <a:lstStyle/>
          <a:p>
            <a:r>
              <a:rPr lang="pt-BR"/>
              <a:t>Enrico Glerean (2026) CC-BY</a:t>
            </a:r>
            <a:endParaRPr lang="fi-FI"/>
          </a:p>
        </p:txBody>
      </p:sp>
    </p:spTree>
    <p:extLst>
      <p:ext uri="{BB962C8B-B14F-4D97-AF65-F5344CB8AC3E}">
        <p14:creationId xmlns:p14="http://schemas.microsoft.com/office/powerpoint/2010/main" val="10691892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Sl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75C4-164C-69B1-48F1-6ABBCFDD4649}"/>
              </a:ext>
            </a:extLst>
          </p:cNvPr>
          <p:cNvSpPr>
            <a:spLocks noGrp="1"/>
          </p:cNvSpPr>
          <p:nvPr>
            <p:ph type="ctrTitle"/>
          </p:nvPr>
        </p:nvSpPr>
        <p:spPr>
          <a:xfrm>
            <a:off x="407988" y="2936557"/>
            <a:ext cx="9792468" cy="492443"/>
          </a:xfrm>
        </p:spPr>
        <p:txBody>
          <a:bodyPr anchor="b" anchorCtr="0">
            <a:spAutoFit/>
          </a:bodyPr>
          <a:lstStyle>
            <a:lvl1pPr algn="l">
              <a:lnSpc>
                <a:spcPct val="100000"/>
              </a:lnSpc>
              <a:defRPr sz="3200">
                <a:latin typeface="+mj-lt"/>
              </a:defRPr>
            </a:lvl1pPr>
          </a:lstStyle>
          <a:p>
            <a:r>
              <a:rPr lang="en-GB"/>
              <a:t>Click to edit Master title style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407988" y="3429000"/>
            <a:ext cx="9792468" cy="492443"/>
          </a:xfrm>
        </p:spPr>
        <p:txBody>
          <a:bodyPr>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p:txBody>
          <a:bodyPr/>
          <a:lstStyle/>
          <a:p>
            <a:r>
              <a:rPr lang="fi-FI"/>
              <a:t>06.05.2026</a:t>
            </a:r>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p:txBody>
          <a:bodyPr/>
          <a:lstStyle/>
          <a:p>
            <a:r>
              <a:rPr lang="pt-BR"/>
              <a:t>Enrico Glerean (2026) CC-BY</a:t>
            </a:r>
            <a:endParaRPr lang="fi-FI"/>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p>
            <a:fld id="{D701140D-C14F-41CA-99FC-0EF83E8DA40A}" type="slidenum">
              <a:rPr lang="fi-FI" smtClean="0"/>
              <a:pPr/>
              <a:t>‹#›</a:t>
            </a:fld>
            <a:endParaRPr lang="fi-FI"/>
          </a:p>
        </p:txBody>
      </p:sp>
      <p:sp>
        <p:nvSpPr>
          <p:cNvPr id="5" name="Text Placeholder 4">
            <a:extLst>
              <a:ext uri="{FF2B5EF4-FFF2-40B4-BE49-F238E27FC236}">
                <a16:creationId xmlns:a16="http://schemas.microsoft.com/office/drawing/2014/main" id="{685D2EC0-DA54-1467-286B-7FC38FB8B70A}"/>
              </a:ext>
            </a:extLst>
          </p:cNvPr>
          <p:cNvSpPr>
            <a:spLocks noGrp="1"/>
          </p:cNvSpPr>
          <p:nvPr>
            <p:ph type="body" sz="quarter" idx="13" hasCustomPrompt="1"/>
          </p:nvPr>
        </p:nvSpPr>
        <p:spPr>
          <a:xfrm>
            <a:off x="407989" y="4869160"/>
            <a:ext cx="9792468" cy="276999"/>
          </a:xfrm>
        </p:spPr>
        <p:txBody>
          <a:bodyPr>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707678938"/>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Slide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75C4-164C-69B1-48F1-6ABBCFDD4649}"/>
              </a:ext>
            </a:extLst>
          </p:cNvPr>
          <p:cNvSpPr>
            <a:spLocks noGrp="1"/>
          </p:cNvSpPr>
          <p:nvPr>
            <p:ph type="ctrTitle"/>
          </p:nvPr>
        </p:nvSpPr>
        <p:spPr>
          <a:xfrm>
            <a:off x="407988" y="2936557"/>
            <a:ext cx="9792468" cy="492443"/>
          </a:xfrm>
        </p:spPr>
        <p:txBody>
          <a:bodyPr anchor="b" anchorCtr="0">
            <a:spAutoFit/>
          </a:bodyPr>
          <a:lstStyle>
            <a:lvl1pPr algn="l">
              <a:lnSpc>
                <a:spcPct val="100000"/>
              </a:lnSpc>
              <a:defRPr sz="3200">
                <a:solidFill>
                  <a:schemeClr val="bg1"/>
                </a:solidFill>
                <a:latin typeface="+mj-lt"/>
              </a:defRPr>
            </a:lvl1pPr>
          </a:lstStyle>
          <a:p>
            <a:r>
              <a:rPr lang="en-GB"/>
              <a:t>Click to edit Master title style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407988" y="3429000"/>
            <a:ext cx="9792468" cy="492443"/>
          </a:xfrm>
        </p:spPr>
        <p:txBody>
          <a:bodyPr>
            <a:spAutoFit/>
          </a:bodyPr>
          <a:lstStyle>
            <a:lvl1pPr marL="0" indent="0" algn="l">
              <a:lnSpc>
                <a:spcPct val="100000"/>
              </a:lnSpc>
              <a:spcBef>
                <a:spcPts val="0"/>
              </a:spcBef>
              <a:buNone/>
              <a:defRPr sz="32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sp>
        <p:nvSpPr>
          <p:cNvPr id="11" name="Freeform 5">
            <a:extLst>
              <a:ext uri="{FF2B5EF4-FFF2-40B4-BE49-F238E27FC236}">
                <a16:creationId xmlns:a16="http://schemas.microsoft.com/office/drawing/2014/main" id="{B048024D-E928-1A47-E81D-E73CEDEC703F}"/>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407368" y="2674624"/>
            <a:ext cx="3960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p:txBody>
          <a:bodyPr/>
          <a:lstStyle>
            <a:lvl1pPr>
              <a:defRPr>
                <a:solidFill>
                  <a:schemeClr val="bg1"/>
                </a:solidFill>
              </a:defRPr>
            </a:lvl1pPr>
          </a:lstStyle>
          <a:p>
            <a:r>
              <a:rPr lang="fi-FI"/>
              <a:t>06.05.2026</a:t>
            </a:r>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p:txBody>
          <a:bodyPr/>
          <a:lstStyle>
            <a:lvl1pPr>
              <a:defRPr>
                <a:solidFill>
                  <a:schemeClr val="bg1"/>
                </a:solidFill>
              </a:defRPr>
            </a:lvl1pPr>
          </a:lstStyle>
          <a:p>
            <a:r>
              <a:rPr lang="pt-BR"/>
              <a:t>Enrico Glerean (2026) CC-BY</a:t>
            </a:r>
            <a:endParaRPr lang="fi-FI"/>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4" name="Text Placeholder 4">
            <a:extLst>
              <a:ext uri="{FF2B5EF4-FFF2-40B4-BE49-F238E27FC236}">
                <a16:creationId xmlns:a16="http://schemas.microsoft.com/office/drawing/2014/main" id="{17CE8771-BE66-1CA7-49E6-9AB044AB7480}"/>
              </a:ext>
            </a:extLst>
          </p:cNvPr>
          <p:cNvSpPr>
            <a:spLocks noGrp="1"/>
          </p:cNvSpPr>
          <p:nvPr>
            <p:ph type="body" sz="quarter" idx="13" hasCustomPrompt="1"/>
          </p:nvPr>
        </p:nvSpPr>
        <p:spPr>
          <a:xfrm>
            <a:off x="407989" y="4869160"/>
            <a:ext cx="9792468" cy="276999"/>
          </a:xfrm>
        </p:spPr>
        <p:txBody>
          <a:bodyPr>
            <a:spAutoFit/>
          </a:bodyPr>
          <a:lstStyle>
            <a:lvl1pPr marL="0" indent="0">
              <a:spcBef>
                <a:spcPts val="0"/>
              </a:spcBef>
              <a:buFontTx/>
              <a:buNone/>
              <a:defRPr sz="1800">
                <a:solidFill>
                  <a:schemeClr val="bg1"/>
                </a:solidFill>
              </a:defRPr>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8581178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Slide Blu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75C4-164C-69B1-48F1-6ABBCFDD4649}"/>
              </a:ext>
            </a:extLst>
          </p:cNvPr>
          <p:cNvSpPr>
            <a:spLocks noGrp="1"/>
          </p:cNvSpPr>
          <p:nvPr>
            <p:ph type="ctrTitle"/>
          </p:nvPr>
        </p:nvSpPr>
        <p:spPr>
          <a:xfrm>
            <a:off x="407988" y="2936557"/>
            <a:ext cx="9792468" cy="492443"/>
          </a:xfrm>
        </p:spPr>
        <p:txBody>
          <a:bodyPr anchor="b" anchorCtr="0">
            <a:spAutoFit/>
          </a:bodyPr>
          <a:lstStyle>
            <a:lvl1pPr algn="l">
              <a:lnSpc>
                <a:spcPct val="100000"/>
              </a:lnSpc>
              <a:defRPr sz="3200">
                <a:latin typeface="+mj-lt"/>
              </a:defRPr>
            </a:lvl1pPr>
          </a:lstStyle>
          <a:p>
            <a:r>
              <a:rPr lang="en-GB"/>
              <a:t>Click to edit Master title style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407988" y="3429000"/>
            <a:ext cx="9792468" cy="492443"/>
          </a:xfrm>
        </p:spPr>
        <p:txBody>
          <a:bodyPr>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p:txBody>
          <a:bodyPr/>
          <a:lstStyle/>
          <a:p>
            <a:r>
              <a:rPr lang="fi-FI"/>
              <a:t>06.05.2026</a:t>
            </a:r>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p:txBody>
          <a:bodyPr/>
          <a:lstStyle/>
          <a:p>
            <a:r>
              <a:rPr lang="pt-BR"/>
              <a:t>Enrico Glerean (2026) CC-BY</a:t>
            </a:r>
            <a:endParaRPr lang="fi-FI"/>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p>
            <a:fld id="{D701140D-C14F-41CA-99FC-0EF83E8DA40A}" type="slidenum">
              <a:rPr lang="fi-FI" smtClean="0"/>
              <a:pPr/>
              <a:t>‹#›</a:t>
            </a:fld>
            <a:endParaRPr lang="fi-FI"/>
          </a:p>
        </p:txBody>
      </p:sp>
      <p:sp>
        <p:nvSpPr>
          <p:cNvPr id="4" name="Text Placeholder 4">
            <a:extLst>
              <a:ext uri="{FF2B5EF4-FFF2-40B4-BE49-F238E27FC236}">
                <a16:creationId xmlns:a16="http://schemas.microsoft.com/office/drawing/2014/main" id="{BE8238B0-7820-8869-963C-297CE0971F17}"/>
              </a:ext>
            </a:extLst>
          </p:cNvPr>
          <p:cNvSpPr>
            <a:spLocks noGrp="1"/>
          </p:cNvSpPr>
          <p:nvPr>
            <p:ph type="body" sz="quarter" idx="13" hasCustomPrompt="1"/>
          </p:nvPr>
        </p:nvSpPr>
        <p:spPr>
          <a:xfrm>
            <a:off x="407989" y="4869160"/>
            <a:ext cx="9792468" cy="276999"/>
          </a:xfrm>
        </p:spPr>
        <p:txBody>
          <a:bodyPr>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4541037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Slide 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75C4-164C-69B1-48F1-6ABBCFDD4649}"/>
              </a:ext>
            </a:extLst>
          </p:cNvPr>
          <p:cNvSpPr>
            <a:spLocks noGrp="1"/>
          </p:cNvSpPr>
          <p:nvPr>
            <p:ph type="ctrTitle"/>
          </p:nvPr>
        </p:nvSpPr>
        <p:spPr>
          <a:xfrm>
            <a:off x="407988" y="2936557"/>
            <a:ext cx="9792468" cy="492443"/>
          </a:xfrm>
        </p:spPr>
        <p:txBody>
          <a:bodyPr anchor="b" anchorCtr="0">
            <a:spAutoFit/>
          </a:bodyPr>
          <a:lstStyle>
            <a:lvl1pPr algn="l">
              <a:lnSpc>
                <a:spcPct val="100000"/>
              </a:lnSpc>
              <a:defRPr sz="3200">
                <a:latin typeface="+mj-lt"/>
              </a:defRPr>
            </a:lvl1pPr>
          </a:lstStyle>
          <a:p>
            <a:r>
              <a:rPr lang="en-GB"/>
              <a:t>Click to edit Master title style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407988" y="3429000"/>
            <a:ext cx="9792468" cy="492443"/>
          </a:xfrm>
        </p:spPr>
        <p:txBody>
          <a:bodyPr>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p:txBody>
          <a:bodyPr/>
          <a:lstStyle/>
          <a:p>
            <a:r>
              <a:rPr lang="fi-FI"/>
              <a:t>06.05.2026</a:t>
            </a:r>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p:txBody>
          <a:bodyPr/>
          <a:lstStyle/>
          <a:p>
            <a:r>
              <a:rPr lang="pt-BR"/>
              <a:t>Enrico Glerean (2026) CC-BY</a:t>
            </a:r>
            <a:endParaRPr lang="fi-FI"/>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p>
            <a:fld id="{D701140D-C14F-41CA-99FC-0EF83E8DA40A}" type="slidenum">
              <a:rPr lang="fi-FI" smtClean="0"/>
              <a:pPr/>
              <a:t>‹#›</a:t>
            </a:fld>
            <a:endParaRPr lang="fi-FI"/>
          </a:p>
        </p:txBody>
      </p:sp>
      <p:sp>
        <p:nvSpPr>
          <p:cNvPr id="4" name="Text Placeholder 4">
            <a:extLst>
              <a:ext uri="{FF2B5EF4-FFF2-40B4-BE49-F238E27FC236}">
                <a16:creationId xmlns:a16="http://schemas.microsoft.com/office/drawing/2014/main" id="{FF747EC8-23F9-90B5-2574-99507BD3437C}"/>
              </a:ext>
            </a:extLst>
          </p:cNvPr>
          <p:cNvSpPr>
            <a:spLocks noGrp="1"/>
          </p:cNvSpPr>
          <p:nvPr>
            <p:ph type="body" sz="quarter" idx="13" hasCustomPrompt="1"/>
          </p:nvPr>
        </p:nvSpPr>
        <p:spPr>
          <a:xfrm>
            <a:off x="407989" y="4869160"/>
            <a:ext cx="9792468" cy="276999"/>
          </a:xfrm>
        </p:spPr>
        <p:txBody>
          <a:bodyPr>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84908327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itle Slide Yellow">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75C4-164C-69B1-48F1-6ABBCFDD4649}"/>
              </a:ext>
            </a:extLst>
          </p:cNvPr>
          <p:cNvSpPr>
            <a:spLocks noGrp="1"/>
          </p:cNvSpPr>
          <p:nvPr>
            <p:ph type="ctrTitle"/>
          </p:nvPr>
        </p:nvSpPr>
        <p:spPr>
          <a:xfrm>
            <a:off x="407988" y="2936557"/>
            <a:ext cx="9792468" cy="492443"/>
          </a:xfrm>
        </p:spPr>
        <p:txBody>
          <a:bodyPr anchor="b" anchorCtr="0">
            <a:spAutoFit/>
          </a:bodyPr>
          <a:lstStyle>
            <a:lvl1pPr algn="l">
              <a:lnSpc>
                <a:spcPct val="100000"/>
              </a:lnSpc>
              <a:defRPr sz="3200">
                <a:latin typeface="+mj-lt"/>
              </a:defRPr>
            </a:lvl1pPr>
          </a:lstStyle>
          <a:p>
            <a:r>
              <a:rPr lang="en-GB"/>
              <a:t>Click to edit Master title style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407988" y="3429000"/>
            <a:ext cx="9792468" cy="492443"/>
          </a:xfrm>
        </p:spPr>
        <p:txBody>
          <a:bodyPr>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p:txBody>
          <a:bodyPr/>
          <a:lstStyle/>
          <a:p>
            <a:r>
              <a:rPr lang="fi-FI"/>
              <a:t>06.05.2026</a:t>
            </a:r>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p:txBody>
          <a:bodyPr/>
          <a:lstStyle/>
          <a:p>
            <a:r>
              <a:rPr lang="pt-BR"/>
              <a:t>Enrico Glerean (2026) CC-BY</a:t>
            </a:r>
            <a:endParaRPr lang="fi-FI"/>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p>
            <a:fld id="{D701140D-C14F-41CA-99FC-0EF83E8DA40A}" type="slidenum">
              <a:rPr lang="fi-FI" smtClean="0"/>
              <a:pPr/>
              <a:t>‹#›</a:t>
            </a:fld>
            <a:endParaRPr lang="fi-FI"/>
          </a:p>
        </p:txBody>
      </p:sp>
      <p:sp>
        <p:nvSpPr>
          <p:cNvPr id="4" name="Text Placeholder 4">
            <a:extLst>
              <a:ext uri="{FF2B5EF4-FFF2-40B4-BE49-F238E27FC236}">
                <a16:creationId xmlns:a16="http://schemas.microsoft.com/office/drawing/2014/main" id="{42AFFA61-D07E-1D11-5EDF-C23F0A945B52}"/>
              </a:ext>
            </a:extLst>
          </p:cNvPr>
          <p:cNvSpPr>
            <a:spLocks noGrp="1"/>
          </p:cNvSpPr>
          <p:nvPr>
            <p:ph type="body" sz="quarter" idx="13" hasCustomPrompt="1"/>
          </p:nvPr>
        </p:nvSpPr>
        <p:spPr>
          <a:xfrm>
            <a:off x="407989" y="4869160"/>
            <a:ext cx="9792468" cy="276999"/>
          </a:xfrm>
        </p:spPr>
        <p:txBody>
          <a:bodyPr>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133435597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Title Slide CC-BY 4.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75C4-164C-69B1-48F1-6ABBCFDD4649}"/>
              </a:ext>
            </a:extLst>
          </p:cNvPr>
          <p:cNvSpPr>
            <a:spLocks noGrp="1"/>
          </p:cNvSpPr>
          <p:nvPr>
            <p:ph type="ctrTitle"/>
          </p:nvPr>
        </p:nvSpPr>
        <p:spPr>
          <a:xfrm>
            <a:off x="407988" y="2936557"/>
            <a:ext cx="9792468" cy="492443"/>
          </a:xfrm>
        </p:spPr>
        <p:txBody>
          <a:bodyPr anchor="b" anchorCtr="0">
            <a:spAutoFit/>
          </a:bodyPr>
          <a:lstStyle>
            <a:lvl1pPr algn="l">
              <a:lnSpc>
                <a:spcPct val="100000"/>
              </a:lnSpc>
              <a:defRPr sz="3200">
                <a:latin typeface="+mj-lt"/>
              </a:defRPr>
            </a:lvl1pPr>
          </a:lstStyle>
          <a:p>
            <a:r>
              <a:rPr lang="en-GB"/>
              <a:t>Click to edit Master title style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407988" y="3429000"/>
            <a:ext cx="9792468" cy="492443"/>
          </a:xfrm>
        </p:spPr>
        <p:txBody>
          <a:bodyPr>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p:txBody>
          <a:bodyPr/>
          <a:lstStyle/>
          <a:p>
            <a:r>
              <a:rPr lang="fi-FI"/>
              <a:t>06.05.2026</a:t>
            </a:r>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p>
            <a:fld id="{D701140D-C14F-41CA-99FC-0EF83E8DA40A}" type="slidenum">
              <a:rPr lang="fi-FI" smtClean="0"/>
              <a:pPr/>
              <a:t>‹#›</a:t>
            </a:fld>
            <a:endParaRPr lang="fi-FI"/>
          </a:p>
        </p:txBody>
      </p:sp>
      <p:sp>
        <p:nvSpPr>
          <p:cNvPr id="7" name="Footer Placeholder 23">
            <a:extLst>
              <a:ext uri="{FF2B5EF4-FFF2-40B4-BE49-F238E27FC236}">
                <a16:creationId xmlns:a16="http://schemas.microsoft.com/office/drawing/2014/main" id="{FCC3E25D-5FFA-8583-6320-58A891113814}"/>
              </a:ext>
            </a:extLst>
          </p:cNvPr>
          <p:cNvSpPr>
            <a:spLocks noGrp="1"/>
          </p:cNvSpPr>
          <p:nvPr>
            <p:ph type="ftr" sz="quarter" idx="11"/>
          </p:nvPr>
        </p:nvSpPr>
        <p:spPr>
          <a:xfrm>
            <a:off x="3071664" y="6309320"/>
            <a:ext cx="7128792" cy="143869"/>
          </a:xfrm>
        </p:spPr>
        <p:txBody>
          <a:bodyPr/>
          <a:lstStyle/>
          <a:p>
            <a:r>
              <a:rPr lang="pt-BR"/>
              <a:t>Enrico Glerean (2026) CC-BY</a:t>
            </a:r>
            <a:endParaRPr lang="fi-FI"/>
          </a:p>
        </p:txBody>
      </p:sp>
      <p:pic>
        <p:nvPicPr>
          <p:cNvPr id="8" name="Picture 7">
            <a:hlinkClick r:id="rId2"/>
            <a:extLst>
              <a:ext uri="{FF2B5EF4-FFF2-40B4-BE49-F238E27FC236}">
                <a16:creationId xmlns:a16="http://schemas.microsoft.com/office/drawing/2014/main" id="{F108979D-2C35-8DF7-C967-157BD0DD7FD6}"/>
              </a:ext>
              <a:ext uri="{C183D7F6-B498-43B3-948B-1728B52AA6E4}">
                <adec:decorative xmlns:adec="http://schemas.microsoft.com/office/drawing/2017/decorative" val="1"/>
              </a:ext>
            </a:extLst>
          </p:cNvPr>
          <p:cNvPicPr>
            <a:picLocks noChangeAspect="1"/>
          </p:cNvPicPr>
          <p:nvPr/>
        </p:nvPicPr>
        <p:blipFill>
          <a:blip r:embed="rId3">
            <a:biLevel thresh="75000"/>
            <a:extLst>
              <a:ext uri="{BEBA8EAE-BF5A-486C-A8C5-ECC9F3942E4B}">
                <a14:imgProps xmlns:a14="http://schemas.microsoft.com/office/drawing/2010/main">
                  <a14:imgLayer r:embed="rId4">
                    <a14:imgEffect>
                      <a14:saturation sat="400000"/>
                    </a14:imgEffect>
                    <a14:imgEffect>
                      <a14:brightnessContrast bright="-40000" contrast="-40000"/>
                    </a14:imgEffect>
                  </a14:imgLayer>
                </a14:imgProps>
              </a:ext>
            </a:extLst>
          </a:blip>
          <a:stretch>
            <a:fillRect/>
          </a:stretch>
        </p:blipFill>
        <p:spPr>
          <a:xfrm>
            <a:off x="839456" y="6093296"/>
            <a:ext cx="360000" cy="360000"/>
          </a:xfrm>
          <a:prstGeom prst="rect">
            <a:avLst/>
          </a:prstGeom>
        </p:spPr>
      </p:pic>
      <p:pic>
        <p:nvPicPr>
          <p:cNvPr id="9" name="Picture 8">
            <a:hlinkClick r:id="rId2"/>
            <a:extLst>
              <a:ext uri="{FF2B5EF4-FFF2-40B4-BE49-F238E27FC236}">
                <a16:creationId xmlns:a16="http://schemas.microsoft.com/office/drawing/2014/main" id="{C1BC6918-6C5B-C3AF-A51B-FB591F80BF0B}"/>
              </a:ext>
              <a:ext uri="{C183D7F6-B498-43B3-948B-1728B52AA6E4}">
                <adec:decorative xmlns:adec="http://schemas.microsoft.com/office/drawing/2017/decorative" val="1"/>
              </a:ext>
            </a:extLst>
          </p:cNvPr>
          <p:cNvPicPr>
            <a:picLocks noChangeAspect="1"/>
          </p:cNvPicPr>
          <p:nvPr/>
        </p:nvPicPr>
        <p:blipFill>
          <a:blip r:embed="rId5">
            <a:biLevel thresh="75000"/>
            <a:extLst>
              <a:ext uri="{BEBA8EAE-BF5A-486C-A8C5-ECC9F3942E4B}">
                <a14:imgProps xmlns:a14="http://schemas.microsoft.com/office/drawing/2010/main">
                  <a14:imgLayer r:embed="rId6">
                    <a14:imgEffect>
                      <a14:saturation sat="400000"/>
                    </a14:imgEffect>
                    <a14:imgEffect>
                      <a14:brightnessContrast bright="-40000" contrast="-40000"/>
                    </a14:imgEffect>
                  </a14:imgLayer>
                </a14:imgProps>
              </a:ext>
            </a:extLst>
          </a:blip>
          <a:stretch>
            <a:fillRect/>
          </a:stretch>
        </p:blipFill>
        <p:spPr>
          <a:xfrm>
            <a:off x="407988" y="6093296"/>
            <a:ext cx="360000" cy="360000"/>
          </a:xfrm>
          <a:prstGeom prst="rect">
            <a:avLst/>
          </a:prstGeom>
        </p:spPr>
      </p:pic>
      <p:sp>
        <p:nvSpPr>
          <p:cNvPr id="10" name="TextBox 9">
            <a:extLst>
              <a:ext uri="{FF2B5EF4-FFF2-40B4-BE49-F238E27FC236}">
                <a16:creationId xmlns:a16="http://schemas.microsoft.com/office/drawing/2014/main" id="{0C85E044-ACE3-4A12-B709-E06CC826CC30}"/>
              </a:ext>
              <a:ext uri="{C183D7F6-B498-43B3-948B-1728B52AA6E4}">
                <adec:decorative xmlns:adec="http://schemas.microsoft.com/office/drawing/2017/decorative" val="1"/>
              </a:ext>
            </a:extLst>
          </p:cNvPr>
          <p:cNvSpPr txBox="1"/>
          <p:nvPr/>
        </p:nvSpPr>
        <p:spPr>
          <a:xfrm>
            <a:off x="1271696" y="6093296"/>
            <a:ext cx="1799968" cy="360040"/>
          </a:xfrm>
          <a:prstGeom prst="rect">
            <a:avLst/>
          </a:prstGeom>
          <a:noFill/>
        </p:spPr>
        <p:txBody>
          <a:bodyPr wrap="square" lIns="0" tIns="0" rIns="0" bIns="0" rtlCol="0" anchor="ctr" anchorCtr="0">
            <a:noAutofit/>
          </a:bodyPr>
          <a:lstStyle/>
          <a:p>
            <a:pPr algn="l"/>
            <a:r>
              <a:rPr lang="en-GB" sz="800">
                <a:solidFill>
                  <a:schemeClr val="tx1"/>
                </a:solidFill>
                <a:effectLst/>
              </a:rPr>
              <a:t>Content is available under</a:t>
            </a:r>
          </a:p>
          <a:p>
            <a:pPr algn="l"/>
            <a:r>
              <a:rPr lang="en-GB" sz="800">
                <a:solidFill>
                  <a:schemeClr val="tx1"/>
                </a:solidFill>
                <a:effectLst/>
              </a:rPr>
              <a:t>CC BY 4.0 unless otherwise stated</a:t>
            </a:r>
          </a:p>
        </p:txBody>
      </p:sp>
      <p:sp>
        <p:nvSpPr>
          <p:cNvPr id="4" name="Text Placeholder 4">
            <a:extLst>
              <a:ext uri="{FF2B5EF4-FFF2-40B4-BE49-F238E27FC236}">
                <a16:creationId xmlns:a16="http://schemas.microsoft.com/office/drawing/2014/main" id="{83EA7968-9906-90DD-0C99-D5655D7F7ABF}"/>
              </a:ext>
            </a:extLst>
          </p:cNvPr>
          <p:cNvSpPr>
            <a:spLocks noGrp="1"/>
          </p:cNvSpPr>
          <p:nvPr>
            <p:ph type="body" sz="quarter" idx="13" hasCustomPrompt="1"/>
          </p:nvPr>
        </p:nvSpPr>
        <p:spPr>
          <a:xfrm>
            <a:off x="407989" y="4869160"/>
            <a:ext cx="9792468" cy="276999"/>
          </a:xfrm>
        </p:spPr>
        <p:txBody>
          <a:bodyPr>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13381183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itle Slide CC-BY-NC 4.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75C4-164C-69B1-48F1-6ABBCFDD4649}"/>
              </a:ext>
            </a:extLst>
          </p:cNvPr>
          <p:cNvSpPr>
            <a:spLocks noGrp="1"/>
          </p:cNvSpPr>
          <p:nvPr>
            <p:ph type="ctrTitle"/>
          </p:nvPr>
        </p:nvSpPr>
        <p:spPr>
          <a:xfrm>
            <a:off x="407988" y="2936557"/>
            <a:ext cx="9792468" cy="492443"/>
          </a:xfrm>
        </p:spPr>
        <p:txBody>
          <a:bodyPr anchor="b" anchorCtr="0">
            <a:spAutoFit/>
          </a:bodyPr>
          <a:lstStyle>
            <a:lvl1pPr algn="l">
              <a:lnSpc>
                <a:spcPct val="100000"/>
              </a:lnSpc>
              <a:defRPr sz="3200">
                <a:latin typeface="+mj-lt"/>
              </a:defRPr>
            </a:lvl1pPr>
          </a:lstStyle>
          <a:p>
            <a:r>
              <a:rPr lang="en-GB"/>
              <a:t>Click to edit Master title style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407988" y="3429000"/>
            <a:ext cx="9792468" cy="492443"/>
          </a:xfrm>
        </p:spPr>
        <p:txBody>
          <a:bodyPr>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p:txBody>
          <a:bodyPr/>
          <a:lstStyle/>
          <a:p>
            <a:r>
              <a:rPr lang="fi-FI"/>
              <a:t>06.05.2026</a:t>
            </a:r>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p>
            <a:fld id="{D701140D-C14F-41CA-99FC-0EF83E8DA40A}" type="slidenum">
              <a:rPr lang="fi-FI" smtClean="0"/>
              <a:pPr/>
              <a:t>‹#›</a:t>
            </a:fld>
            <a:endParaRPr lang="fi-FI"/>
          </a:p>
        </p:txBody>
      </p:sp>
      <p:sp>
        <p:nvSpPr>
          <p:cNvPr id="7" name="Footer Placeholder 23">
            <a:extLst>
              <a:ext uri="{FF2B5EF4-FFF2-40B4-BE49-F238E27FC236}">
                <a16:creationId xmlns:a16="http://schemas.microsoft.com/office/drawing/2014/main" id="{FCC3E25D-5FFA-8583-6320-58A891113814}"/>
              </a:ext>
            </a:extLst>
          </p:cNvPr>
          <p:cNvSpPr>
            <a:spLocks noGrp="1"/>
          </p:cNvSpPr>
          <p:nvPr>
            <p:ph type="ftr" sz="quarter" idx="11"/>
          </p:nvPr>
        </p:nvSpPr>
        <p:spPr>
          <a:xfrm>
            <a:off x="3647728" y="6309320"/>
            <a:ext cx="6552728" cy="143869"/>
          </a:xfrm>
        </p:spPr>
        <p:txBody>
          <a:bodyPr/>
          <a:lstStyle/>
          <a:p>
            <a:r>
              <a:rPr lang="pt-BR"/>
              <a:t>Enrico Glerean (2026) CC-BY</a:t>
            </a:r>
            <a:endParaRPr lang="fi-FI"/>
          </a:p>
        </p:txBody>
      </p:sp>
      <p:pic>
        <p:nvPicPr>
          <p:cNvPr id="8" name="Picture 7">
            <a:hlinkClick r:id="rId2"/>
            <a:extLst>
              <a:ext uri="{FF2B5EF4-FFF2-40B4-BE49-F238E27FC236}">
                <a16:creationId xmlns:a16="http://schemas.microsoft.com/office/drawing/2014/main" id="{F108979D-2C35-8DF7-C967-157BD0DD7FD6}"/>
              </a:ext>
              <a:ext uri="{C183D7F6-B498-43B3-948B-1728B52AA6E4}">
                <adec:decorative xmlns:adec="http://schemas.microsoft.com/office/drawing/2017/decorative" val="1"/>
              </a:ext>
            </a:extLst>
          </p:cNvPr>
          <p:cNvPicPr>
            <a:picLocks noChangeAspect="1"/>
          </p:cNvPicPr>
          <p:nvPr/>
        </p:nvPicPr>
        <p:blipFill>
          <a:blip r:embed="rId3">
            <a:biLevel thresh="75000"/>
            <a:extLst>
              <a:ext uri="{BEBA8EAE-BF5A-486C-A8C5-ECC9F3942E4B}">
                <a14:imgProps xmlns:a14="http://schemas.microsoft.com/office/drawing/2010/main">
                  <a14:imgLayer r:embed="rId4">
                    <a14:imgEffect>
                      <a14:saturation sat="400000"/>
                    </a14:imgEffect>
                    <a14:imgEffect>
                      <a14:brightnessContrast bright="-40000" contrast="-40000"/>
                    </a14:imgEffect>
                  </a14:imgLayer>
                </a14:imgProps>
              </a:ext>
            </a:extLst>
          </a:blip>
          <a:stretch>
            <a:fillRect/>
          </a:stretch>
        </p:blipFill>
        <p:spPr>
          <a:xfrm>
            <a:off x="839456" y="6093296"/>
            <a:ext cx="360000" cy="360000"/>
          </a:xfrm>
          <a:prstGeom prst="rect">
            <a:avLst/>
          </a:prstGeom>
        </p:spPr>
      </p:pic>
      <p:pic>
        <p:nvPicPr>
          <p:cNvPr id="9" name="Picture 8">
            <a:hlinkClick r:id="rId2"/>
            <a:extLst>
              <a:ext uri="{FF2B5EF4-FFF2-40B4-BE49-F238E27FC236}">
                <a16:creationId xmlns:a16="http://schemas.microsoft.com/office/drawing/2014/main" id="{C1BC6918-6C5B-C3AF-A51B-FB591F80BF0B}"/>
              </a:ext>
              <a:ext uri="{C183D7F6-B498-43B3-948B-1728B52AA6E4}">
                <adec:decorative xmlns:adec="http://schemas.microsoft.com/office/drawing/2017/decorative" val="1"/>
              </a:ext>
            </a:extLst>
          </p:cNvPr>
          <p:cNvPicPr>
            <a:picLocks noChangeAspect="1"/>
          </p:cNvPicPr>
          <p:nvPr/>
        </p:nvPicPr>
        <p:blipFill>
          <a:blip r:embed="rId5">
            <a:biLevel thresh="75000"/>
            <a:extLst>
              <a:ext uri="{BEBA8EAE-BF5A-486C-A8C5-ECC9F3942E4B}">
                <a14:imgProps xmlns:a14="http://schemas.microsoft.com/office/drawing/2010/main">
                  <a14:imgLayer r:embed="rId6">
                    <a14:imgEffect>
                      <a14:saturation sat="400000"/>
                    </a14:imgEffect>
                    <a14:imgEffect>
                      <a14:brightnessContrast bright="-40000" contrast="-40000"/>
                    </a14:imgEffect>
                  </a14:imgLayer>
                </a14:imgProps>
              </a:ext>
            </a:extLst>
          </a:blip>
          <a:stretch>
            <a:fillRect/>
          </a:stretch>
        </p:blipFill>
        <p:spPr>
          <a:xfrm>
            <a:off x="407988" y="6093296"/>
            <a:ext cx="360000" cy="360000"/>
          </a:xfrm>
          <a:prstGeom prst="rect">
            <a:avLst/>
          </a:prstGeom>
        </p:spPr>
      </p:pic>
      <p:sp>
        <p:nvSpPr>
          <p:cNvPr id="10" name="TextBox 9">
            <a:extLst>
              <a:ext uri="{FF2B5EF4-FFF2-40B4-BE49-F238E27FC236}">
                <a16:creationId xmlns:a16="http://schemas.microsoft.com/office/drawing/2014/main" id="{0C85E044-ACE3-4A12-B709-E06CC826CC30}"/>
              </a:ext>
              <a:ext uri="{C183D7F6-B498-43B3-948B-1728B52AA6E4}">
                <adec:decorative xmlns:adec="http://schemas.microsoft.com/office/drawing/2017/decorative" val="1"/>
              </a:ext>
            </a:extLst>
          </p:cNvPr>
          <p:cNvSpPr txBox="1"/>
          <p:nvPr/>
        </p:nvSpPr>
        <p:spPr>
          <a:xfrm>
            <a:off x="1703744" y="6093296"/>
            <a:ext cx="1871976" cy="360040"/>
          </a:xfrm>
          <a:prstGeom prst="rect">
            <a:avLst/>
          </a:prstGeom>
          <a:noFill/>
        </p:spPr>
        <p:txBody>
          <a:bodyPr wrap="square" lIns="0" tIns="0" rIns="0" bIns="0" rtlCol="0" anchor="ctr" anchorCtr="0">
            <a:noAutofit/>
          </a:bodyPr>
          <a:lstStyle/>
          <a:p>
            <a:pPr algn="l"/>
            <a:r>
              <a:rPr lang="en-US" sz="800">
                <a:solidFill>
                  <a:schemeClr val="tx1"/>
                </a:solidFill>
                <a:effectLst/>
              </a:rPr>
              <a:t>Content is available under</a:t>
            </a:r>
          </a:p>
          <a:p>
            <a:pPr algn="l"/>
            <a:r>
              <a:rPr lang="en-US" sz="800">
                <a:solidFill>
                  <a:schemeClr val="tx1"/>
                </a:solidFill>
                <a:effectLst/>
              </a:rPr>
              <a:t>CC BY-NC 4.0 unless otherwise stated</a:t>
            </a:r>
            <a:endParaRPr lang="en-GB" sz="800">
              <a:solidFill>
                <a:schemeClr val="tx1"/>
              </a:solidFill>
              <a:effectLst/>
            </a:endParaRPr>
          </a:p>
        </p:txBody>
      </p:sp>
      <p:pic>
        <p:nvPicPr>
          <p:cNvPr id="4" name="Picture 3">
            <a:hlinkClick r:id="rId2"/>
            <a:extLst>
              <a:ext uri="{FF2B5EF4-FFF2-40B4-BE49-F238E27FC236}">
                <a16:creationId xmlns:a16="http://schemas.microsoft.com/office/drawing/2014/main" id="{746A0EE7-1655-B8BB-A7A6-5A671F5AC352}"/>
              </a:ext>
              <a:ext uri="{C183D7F6-B498-43B3-948B-1728B52AA6E4}">
                <adec:decorative xmlns:adec="http://schemas.microsoft.com/office/drawing/2017/decorative" val="1"/>
              </a:ext>
            </a:extLst>
          </p:cNvPr>
          <p:cNvPicPr>
            <a:picLocks noChangeAspect="1"/>
          </p:cNvPicPr>
          <p:nvPr/>
        </p:nvPicPr>
        <p:blipFill>
          <a:blip r:embed="rId7">
            <a:biLevel thresh="75000"/>
            <a:extLst>
              <a:ext uri="{BEBA8EAE-BF5A-486C-A8C5-ECC9F3942E4B}">
                <a14:imgProps xmlns:a14="http://schemas.microsoft.com/office/drawing/2010/main">
                  <a14:imgLayer r:embed="rId8">
                    <a14:imgEffect>
                      <a14:brightnessContrast bright="-40000" contrast="-40000"/>
                    </a14:imgEffect>
                  </a14:imgLayer>
                </a14:imgProps>
              </a:ext>
            </a:extLst>
          </a:blip>
          <a:stretch>
            <a:fillRect/>
          </a:stretch>
        </p:blipFill>
        <p:spPr>
          <a:xfrm>
            <a:off x="1271504" y="6093296"/>
            <a:ext cx="360000" cy="360000"/>
          </a:xfrm>
          <a:prstGeom prst="rect">
            <a:avLst/>
          </a:prstGeom>
        </p:spPr>
      </p:pic>
      <p:sp>
        <p:nvSpPr>
          <p:cNvPr id="5" name="Text Placeholder 4">
            <a:extLst>
              <a:ext uri="{FF2B5EF4-FFF2-40B4-BE49-F238E27FC236}">
                <a16:creationId xmlns:a16="http://schemas.microsoft.com/office/drawing/2014/main" id="{B576FF73-4D19-0D8D-6148-301F8C2E2B2C}"/>
              </a:ext>
            </a:extLst>
          </p:cNvPr>
          <p:cNvSpPr>
            <a:spLocks noGrp="1"/>
          </p:cNvSpPr>
          <p:nvPr>
            <p:ph type="body" sz="quarter" idx="13" hasCustomPrompt="1"/>
          </p:nvPr>
        </p:nvSpPr>
        <p:spPr>
          <a:xfrm>
            <a:off x="407989" y="4869160"/>
            <a:ext cx="9792468" cy="276999"/>
          </a:xfrm>
        </p:spPr>
        <p:txBody>
          <a:bodyPr>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385145149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itle Slide CC-BY-SA 4.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75C4-164C-69B1-48F1-6ABBCFDD4649}"/>
              </a:ext>
            </a:extLst>
          </p:cNvPr>
          <p:cNvSpPr>
            <a:spLocks noGrp="1"/>
          </p:cNvSpPr>
          <p:nvPr>
            <p:ph type="ctrTitle"/>
          </p:nvPr>
        </p:nvSpPr>
        <p:spPr>
          <a:xfrm>
            <a:off x="407988" y="2936557"/>
            <a:ext cx="9792468" cy="492443"/>
          </a:xfrm>
        </p:spPr>
        <p:txBody>
          <a:bodyPr anchor="b" anchorCtr="0">
            <a:spAutoFit/>
          </a:bodyPr>
          <a:lstStyle>
            <a:lvl1pPr algn="l">
              <a:lnSpc>
                <a:spcPct val="100000"/>
              </a:lnSpc>
              <a:defRPr sz="3200">
                <a:latin typeface="+mj-lt"/>
              </a:defRPr>
            </a:lvl1pPr>
          </a:lstStyle>
          <a:p>
            <a:r>
              <a:rPr lang="en-GB"/>
              <a:t>Click to edit Master title style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407988" y="3429000"/>
            <a:ext cx="9792468" cy="492443"/>
          </a:xfrm>
        </p:spPr>
        <p:txBody>
          <a:bodyPr>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p:txBody>
          <a:bodyPr/>
          <a:lstStyle/>
          <a:p>
            <a:r>
              <a:rPr lang="fi-FI"/>
              <a:t>06.05.2026</a:t>
            </a:r>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p>
            <a:fld id="{D701140D-C14F-41CA-99FC-0EF83E8DA40A}" type="slidenum">
              <a:rPr lang="fi-FI" smtClean="0"/>
              <a:pPr/>
              <a:t>‹#›</a:t>
            </a:fld>
            <a:endParaRPr lang="fi-FI"/>
          </a:p>
        </p:txBody>
      </p:sp>
      <p:sp>
        <p:nvSpPr>
          <p:cNvPr id="7" name="Footer Placeholder 23">
            <a:extLst>
              <a:ext uri="{FF2B5EF4-FFF2-40B4-BE49-F238E27FC236}">
                <a16:creationId xmlns:a16="http://schemas.microsoft.com/office/drawing/2014/main" id="{FCC3E25D-5FFA-8583-6320-58A891113814}"/>
              </a:ext>
            </a:extLst>
          </p:cNvPr>
          <p:cNvSpPr>
            <a:spLocks noGrp="1"/>
          </p:cNvSpPr>
          <p:nvPr>
            <p:ph type="ftr" sz="quarter" idx="11"/>
          </p:nvPr>
        </p:nvSpPr>
        <p:spPr>
          <a:xfrm>
            <a:off x="3647728" y="6309320"/>
            <a:ext cx="6552728" cy="143869"/>
          </a:xfrm>
        </p:spPr>
        <p:txBody>
          <a:bodyPr/>
          <a:lstStyle/>
          <a:p>
            <a:r>
              <a:rPr lang="pt-BR"/>
              <a:t>Enrico Glerean (2026) CC-BY</a:t>
            </a:r>
            <a:endParaRPr lang="fi-FI"/>
          </a:p>
        </p:txBody>
      </p:sp>
      <p:pic>
        <p:nvPicPr>
          <p:cNvPr id="8" name="Picture 7">
            <a:hlinkClick r:id="rId2"/>
            <a:extLst>
              <a:ext uri="{FF2B5EF4-FFF2-40B4-BE49-F238E27FC236}">
                <a16:creationId xmlns:a16="http://schemas.microsoft.com/office/drawing/2014/main" id="{F108979D-2C35-8DF7-C967-157BD0DD7FD6}"/>
              </a:ext>
              <a:ext uri="{C183D7F6-B498-43B3-948B-1728B52AA6E4}">
                <adec:decorative xmlns:adec="http://schemas.microsoft.com/office/drawing/2017/decorative" val="1"/>
              </a:ext>
            </a:extLst>
          </p:cNvPr>
          <p:cNvPicPr>
            <a:picLocks noChangeAspect="1"/>
          </p:cNvPicPr>
          <p:nvPr/>
        </p:nvPicPr>
        <p:blipFill>
          <a:blip r:embed="rId3">
            <a:biLevel thresh="75000"/>
            <a:extLst>
              <a:ext uri="{BEBA8EAE-BF5A-486C-A8C5-ECC9F3942E4B}">
                <a14:imgProps xmlns:a14="http://schemas.microsoft.com/office/drawing/2010/main">
                  <a14:imgLayer r:embed="rId4">
                    <a14:imgEffect>
                      <a14:saturation sat="400000"/>
                    </a14:imgEffect>
                    <a14:imgEffect>
                      <a14:brightnessContrast bright="-40000" contrast="-40000"/>
                    </a14:imgEffect>
                  </a14:imgLayer>
                </a14:imgProps>
              </a:ext>
            </a:extLst>
          </a:blip>
          <a:stretch>
            <a:fillRect/>
          </a:stretch>
        </p:blipFill>
        <p:spPr>
          <a:xfrm>
            <a:off x="839456" y="6093296"/>
            <a:ext cx="360000" cy="360000"/>
          </a:xfrm>
          <a:prstGeom prst="rect">
            <a:avLst/>
          </a:prstGeom>
        </p:spPr>
      </p:pic>
      <p:pic>
        <p:nvPicPr>
          <p:cNvPr id="9" name="Picture 8">
            <a:hlinkClick r:id="rId2"/>
            <a:extLst>
              <a:ext uri="{FF2B5EF4-FFF2-40B4-BE49-F238E27FC236}">
                <a16:creationId xmlns:a16="http://schemas.microsoft.com/office/drawing/2014/main" id="{C1BC6918-6C5B-C3AF-A51B-FB591F80BF0B}"/>
              </a:ext>
              <a:ext uri="{C183D7F6-B498-43B3-948B-1728B52AA6E4}">
                <adec:decorative xmlns:adec="http://schemas.microsoft.com/office/drawing/2017/decorative" val="1"/>
              </a:ext>
            </a:extLst>
          </p:cNvPr>
          <p:cNvPicPr>
            <a:picLocks noChangeAspect="1"/>
          </p:cNvPicPr>
          <p:nvPr/>
        </p:nvPicPr>
        <p:blipFill>
          <a:blip r:embed="rId5">
            <a:biLevel thresh="75000"/>
            <a:extLst>
              <a:ext uri="{BEBA8EAE-BF5A-486C-A8C5-ECC9F3942E4B}">
                <a14:imgProps xmlns:a14="http://schemas.microsoft.com/office/drawing/2010/main">
                  <a14:imgLayer r:embed="rId6">
                    <a14:imgEffect>
                      <a14:saturation sat="400000"/>
                    </a14:imgEffect>
                    <a14:imgEffect>
                      <a14:brightnessContrast bright="-40000" contrast="-40000"/>
                    </a14:imgEffect>
                  </a14:imgLayer>
                </a14:imgProps>
              </a:ext>
            </a:extLst>
          </a:blip>
          <a:stretch>
            <a:fillRect/>
          </a:stretch>
        </p:blipFill>
        <p:spPr>
          <a:xfrm>
            <a:off x="407988" y="6093296"/>
            <a:ext cx="360000" cy="360000"/>
          </a:xfrm>
          <a:prstGeom prst="rect">
            <a:avLst/>
          </a:prstGeom>
        </p:spPr>
      </p:pic>
      <p:sp>
        <p:nvSpPr>
          <p:cNvPr id="10" name="TextBox 9">
            <a:extLst>
              <a:ext uri="{FF2B5EF4-FFF2-40B4-BE49-F238E27FC236}">
                <a16:creationId xmlns:a16="http://schemas.microsoft.com/office/drawing/2014/main" id="{0C85E044-ACE3-4A12-B709-E06CC826CC30}"/>
              </a:ext>
              <a:ext uri="{C183D7F6-B498-43B3-948B-1728B52AA6E4}">
                <adec:decorative xmlns:adec="http://schemas.microsoft.com/office/drawing/2017/decorative" val="1"/>
              </a:ext>
            </a:extLst>
          </p:cNvPr>
          <p:cNvSpPr txBox="1"/>
          <p:nvPr/>
        </p:nvSpPr>
        <p:spPr>
          <a:xfrm>
            <a:off x="1703744" y="6093296"/>
            <a:ext cx="1871976" cy="360040"/>
          </a:xfrm>
          <a:prstGeom prst="rect">
            <a:avLst/>
          </a:prstGeom>
          <a:noFill/>
        </p:spPr>
        <p:txBody>
          <a:bodyPr wrap="square" lIns="0" tIns="0" rIns="0" bIns="0" rtlCol="0" anchor="ctr" anchorCtr="0">
            <a:noAutofit/>
          </a:bodyPr>
          <a:lstStyle/>
          <a:p>
            <a:pPr algn="l"/>
            <a:r>
              <a:rPr lang="en-US" sz="800">
                <a:solidFill>
                  <a:schemeClr val="tx1"/>
                </a:solidFill>
                <a:effectLst/>
              </a:rPr>
              <a:t>Content is available under</a:t>
            </a:r>
          </a:p>
          <a:p>
            <a:pPr algn="l"/>
            <a:r>
              <a:rPr lang="en-US" sz="800">
                <a:solidFill>
                  <a:schemeClr val="tx1"/>
                </a:solidFill>
                <a:effectLst/>
              </a:rPr>
              <a:t>CC BY-SA 4.0 unless otherwise stated</a:t>
            </a:r>
            <a:endParaRPr lang="en-GB" sz="800">
              <a:solidFill>
                <a:schemeClr val="tx1"/>
              </a:solidFill>
              <a:effectLst/>
            </a:endParaRPr>
          </a:p>
        </p:txBody>
      </p:sp>
      <p:pic>
        <p:nvPicPr>
          <p:cNvPr id="6" name="Picture 5">
            <a:hlinkClick r:id="rId2"/>
            <a:extLst>
              <a:ext uri="{FF2B5EF4-FFF2-40B4-BE49-F238E27FC236}">
                <a16:creationId xmlns:a16="http://schemas.microsoft.com/office/drawing/2014/main" id="{FC0491D6-8735-CD8F-1C61-5F39FCFAC6E9}"/>
              </a:ext>
              <a:ext uri="{C183D7F6-B498-43B3-948B-1728B52AA6E4}">
                <adec:decorative xmlns:adec="http://schemas.microsoft.com/office/drawing/2017/decorative" val="1"/>
              </a:ext>
            </a:extLst>
          </p:cNvPr>
          <p:cNvPicPr>
            <a:picLocks noChangeAspect="1"/>
          </p:cNvPicPr>
          <p:nvPr/>
        </p:nvPicPr>
        <p:blipFill>
          <a:blip r:embed="rId7">
            <a:biLevel thresh="75000"/>
            <a:extLst>
              <a:ext uri="{BEBA8EAE-BF5A-486C-A8C5-ECC9F3942E4B}">
                <a14:imgProps xmlns:a14="http://schemas.microsoft.com/office/drawing/2010/main">
                  <a14:imgLayer r:embed="rId8">
                    <a14:imgEffect>
                      <a14:brightnessContrast bright="-40000" contrast="-40000"/>
                    </a14:imgEffect>
                  </a14:imgLayer>
                </a14:imgProps>
              </a:ext>
            </a:extLst>
          </a:blip>
          <a:stretch>
            <a:fillRect/>
          </a:stretch>
        </p:blipFill>
        <p:spPr>
          <a:xfrm>
            <a:off x="1271464" y="6093296"/>
            <a:ext cx="360000" cy="360000"/>
          </a:xfrm>
          <a:prstGeom prst="rect">
            <a:avLst/>
          </a:prstGeom>
        </p:spPr>
      </p:pic>
      <p:sp>
        <p:nvSpPr>
          <p:cNvPr id="4" name="Text Placeholder 4">
            <a:extLst>
              <a:ext uri="{FF2B5EF4-FFF2-40B4-BE49-F238E27FC236}">
                <a16:creationId xmlns:a16="http://schemas.microsoft.com/office/drawing/2014/main" id="{55BB1539-68FC-64F1-1A32-3717514C54D6}"/>
              </a:ext>
            </a:extLst>
          </p:cNvPr>
          <p:cNvSpPr>
            <a:spLocks noGrp="1"/>
          </p:cNvSpPr>
          <p:nvPr>
            <p:ph type="body" sz="quarter" idx="13" hasCustomPrompt="1"/>
          </p:nvPr>
        </p:nvSpPr>
        <p:spPr>
          <a:xfrm>
            <a:off x="407989" y="4869160"/>
            <a:ext cx="9792468" cy="276999"/>
          </a:xfrm>
        </p:spPr>
        <p:txBody>
          <a:bodyPr>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608284218"/>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Red">
    <p:bg>
      <p:bgPr>
        <a:solidFill>
          <a:schemeClr val="accent2"/>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spcBef>
                <a:spcPts val="0"/>
              </a:spcBef>
              <a:defRPr lang="en-US" sz="1200" dirty="0"/>
            </a:lvl1pPr>
          </a:lstStyle>
          <a:p>
            <a:pPr marR="0" lvl="0" fontAlgn="auto">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Aft>
                <a:spcPts val="0"/>
              </a:spcAft>
              <a:buClrTx/>
              <a:buSzTx/>
              <a:tabLst/>
            </a:pPr>
            <a:endParaRPr lang="en-US"/>
          </a:p>
        </p:txBody>
      </p:sp>
      <p:sp>
        <p:nvSpPr>
          <p:cNvPr id="8" name="Rectangle 7">
            <a:extLst>
              <a:ext uri="{FF2B5EF4-FFF2-40B4-BE49-F238E27FC236}">
                <a16:creationId xmlns:a16="http://schemas.microsoft.com/office/drawing/2014/main" id="{D777C7DB-D21C-CF04-BEAE-6225DF214D55}"/>
              </a:ext>
              <a:ext uri="{C183D7F6-B498-43B3-948B-1728B52AA6E4}">
                <adec:decorative xmlns:adec="http://schemas.microsoft.com/office/drawing/2017/decorative" val="1"/>
              </a:ext>
            </a:extLst>
          </p:cNvPr>
          <p:cNvSpPr/>
          <p:nvPr/>
        </p:nvSpPr>
        <p:spPr>
          <a:xfrm>
            <a:off x="0" y="0"/>
            <a:ext cx="6096000" cy="3429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latin typeface="+mj-lt"/>
              </a:defRPr>
            </a:lvl1pPr>
          </a:lstStyle>
          <a:p>
            <a:r>
              <a:rPr lang="en-US"/>
              <a:t>Headline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6600056" y="1233937"/>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43A70D3C-0CC8-FE4E-F52B-53CE8B81A6CF}"/>
              </a:ext>
            </a:extLst>
          </p:cNvPr>
          <p:cNvSpPr>
            <a:spLocks noGrp="1"/>
          </p:cNvSpPr>
          <p:nvPr>
            <p:ph type="dt" sz="half" idx="14"/>
          </p:nvPr>
        </p:nvSpPr>
        <p:spPr/>
        <p:txBody>
          <a:bodyPr/>
          <a:lstStyle/>
          <a:p>
            <a:r>
              <a:rPr lang="fi-FI"/>
              <a:t>06.05.2026</a:t>
            </a:r>
          </a:p>
        </p:txBody>
      </p:sp>
      <p:sp>
        <p:nvSpPr>
          <p:cNvPr id="5" name="Footer Placeholder 4">
            <a:extLst>
              <a:ext uri="{FF2B5EF4-FFF2-40B4-BE49-F238E27FC236}">
                <a16:creationId xmlns:a16="http://schemas.microsoft.com/office/drawing/2014/main" id="{6435823F-DD19-8F3B-CB31-DC7AB7F7DD25}"/>
              </a:ext>
            </a:extLst>
          </p:cNvPr>
          <p:cNvSpPr>
            <a:spLocks noGrp="1"/>
          </p:cNvSpPr>
          <p:nvPr>
            <p:ph type="ftr" sz="quarter" idx="15"/>
          </p:nvPr>
        </p:nvSpPr>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97CA50C0-8868-D9E3-6151-7FEB6CA03A3F}"/>
              </a:ext>
            </a:extLst>
          </p:cNvPr>
          <p:cNvSpPr>
            <a:spLocks noGrp="1"/>
          </p:cNvSpPr>
          <p:nvPr>
            <p:ph type="sldNum" sz="quarter" idx="16"/>
          </p:nvPr>
        </p:nvSpPr>
        <p:spPr/>
        <p:txBody>
          <a:bodyPr/>
          <a:lstStyle/>
          <a:p>
            <a:fld id="{D701140D-C14F-41CA-99FC-0EF83E8DA40A}" type="slidenum">
              <a:rPr lang="fi-FI" smtClean="0"/>
              <a:pPr/>
              <a:t>‹#›</a:t>
            </a:fld>
            <a:endParaRPr lang="fi-FI"/>
          </a:p>
        </p:txBody>
      </p:sp>
      <p:sp>
        <p:nvSpPr>
          <p:cNvPr id="9" name="Text Placeholder 4">
            <a:extLst>
              <a:ext uri="{FF2B5EF4-FFF2-40B4-BE49-F238E27FC236}">
                <a16:creationId xmlns:a16="http://schemas.microsoft.com/office/drawing/2014/main" id="{85D974B8-11FD-E356-FB5B-3122C8279C54}"/>
              </a:ext>
            </a:extLst>
          </p:cNvPr>
          <p:cNvSpPr>
            <a:spLocks noGrp="1"/>
          </p:cNvSpPr>
          <p:nvPr>
            <p:ph type="body" sz="quarter" idx="17" hasCustomPrompt="1"/>
          </p:nvPr>
        </p:nvSpPr>
        <p:spPr>
          <a:xfrm>
            <a:off x="6600055" y="4869160"/>
            <a:ext cx="5183957" cy="276999"/>
          </a:xfrm>
        </p:spPr>
        <p:txBody>
          <a:bodyPr wrap="square">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368696596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Blue">
    <p:bg>
      <p:bgPr>
        <a:solidFill>
          <a:schemeClr val="accent3"/>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8" name="Rectangle 7">
            <a:extLst>
              <a:ext uri="{FF2B5EF4-FFF2-40B4-BE49-F238E27FC236}">
                <a16:creationId xmlns:a16="http://schemas.microsoft.com/office/drawing/2014/main" id="{D777C7DB-D21C-CF04-BEAE-6225DF214D55}"/>
              </a:ext>
              <a:ext uri="{C183D7F6-B498-43B3-948B-1728B52AA6E4}">
                <adec:decorative xmlns:adec="http://schemas.microsoft.com/office/drawing/2017/decorative" val="1"/>
              </a:ext>
            </a:extLst>
          </p:cNvPr>
          <p:cNvSpPr/>
          <p:nvPr/>
        </p:nvSpPr>
        <p:spPr>
          <a:xfrm>
            <a:off x="0" y="0"/>
            <a:ext cx="6096000" cy="3429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latin typeface="+mj-lt"/>
              </a:defRPr>
            </a:lvl1pPr>
          </a:lstStyle>
          <a:p>
            <a:r>
              <a:rPr lang="en-US"/>
              <a:t>Headline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6600056" y="1233937"/>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692D525C-3081-B968-0AF5-7BEF0546FF81}"/>
              </a:ext>
            </a:extLst>
          </p:cNvPr>
          <p:cNvSpPr>
            <a:spLocks noGrp="1"/>
          </p:cNvSpPr>
          <p:nvPr>
            <p:ph type="dt" sz="half" idx="14"/>
          </p:nvPr>
        </p:nvSpPr>
        <p:spPr/>
        <p:txBody>
          <a:bodyPr/>
          <a:lstStyle/>
          <a:p>
            <a:r>
              <a:rPr lang="fi-FI"/>
              <a:t>06.05.2026</a:t>
            </a:r>
          </a:p>
        </p:txBody>
      </p:sp>
      <p:sp>
        <p:nvSpPr>
          <p:cNvPr id="5" name="Footer Placeholder 4">
            <a:extLst>
              <a:ext uri="{FF2B5EF4-FFF2-40B4-BE49-F238E27FC236}">
                <a16:creationId xmlns:a16="http://schemas.microsoft.com/office/drawing/2014/main" id="{392A5AC0-B982-BC97-275E-413CCD6728D9}"/>
              </a:ext>
            </a:extLst>
          </p:cNvPr>
          <p:cNvSpPr>
            <a:spLocks noGrp="1"/>
          </p:cNvSpPr>
          <p:nvPr>
            <p:ph type="ftr" sz="quarter" idx="15"/>
          </p:nvPr>
        </p:nvSpPr>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7A42E97D-600F-96A3-1815-D8FD599585FB}"/>
              </a:ext>
            </a:extLst>
          </p:cNvPr>
          <p:cNvSpPr>
            <a:spLocks noGrp="1"/>
          </p:cNvSpPr>
          <p:nvPr>
            <p:ph type="sldNum" sz="quarter" idx="16"/>
          </p:nvPr>
        </p:nvSpPr>
        <p:spPr/>
        <p:txBody>
          <a:bodyPr/>
          <a:lstStyle/>
          <a:p>
            <a:fld id="{D701140D-C14F-41CA-99FC-0EF83E8DA40A}" type="slidenum">
              <a:rPr lang="fi-FI" smtClean="0"/>
              <a:pPr/>
              <a:t>‹#›</a:t>
            </a:fld>
            <a:endParaRPr lang="fi-FI"/>
          </a:p>
        </p:txBody>
      </p:sp>
      <p:sp>
        <p:nvSpPr>
          <p:cNvPr id="9" name="Text Placeholder 4">
            <a:extLst>
              <a:ext uri="{FF2B5EF4-FFF2-40B4-BE49-F238E27FC236}">
                <a16:creationId xmlns:a16="http://schemas.microsoft.com/office/drawing/2014/main" id="{4E29A865-2001-B925-B058-7F4CEC8FF5BF}"/>
              </a:ext>
            </a:extLst>
          </p:cNvPr>
          <p:cNvSpPr>
            <a:spLocks noGrp="1"/>
          </p:cNvSpPr>
          <p:nvPr>
            <p:ph type="body" sz="quarter" idx="17" hasCustomPrompt="1"/>
          </p:nvPr>
        </p:nvSpPr>
        <p:spPr>
          <a:xfrm>
            <a:off x="6600055" y="4869160"/>
            <a:ext cx="5183957" cy="276999"/>
          </a:xfrm>
        </p:spPr>
        <p:txBody>
          <a:bodyPr wrap="square">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10062305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Yellow">
    <p:bg>
      <p:bgPr>
        <a:solidFill>
          <a:schemeClr val="accent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8" name="Rectangle 7">
            <a:extLst>
              <a:ext uri="{FF2B5EF4-FFF2-40B4-BE49-F238E27FC236}">
                <a16:creationId xmlns:a16="http://schemas.microsoft.com/office/drawing/2014/main" id="{D777C7DB-D21C-CF04-BEAE-6225DF214D55}"/>
              </a:ext>
              <a:ext uri="{C183D7F6-B498-43B3-948B-1728B52AA6E4}">
                <adec:decorative xmlns:adec="http://schemas.microsoft.com/office/drawing/2017/decorative" val="1"/>
              </a:ext>
            </a:extLst>
          </p:cNvPr>
          <p:cNvSpPr/>
          <p:nvPr/>
        </p:nvSpPr>
        <p:spPr>
          <a:xfrm>
            <a:off x="0" y="0"/>
            <a:ext cx="6096000" cy="3429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latin typeface="+mj-lt"/>
              </a:defRPr>
            </a:lvl1pPr>
          </a:lstStyle>
          <a:p>
            <a:r>
              <a:rPr lang="en-US"/>
              <a:t>Headline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6600056" y="1233937"/>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769F6B43-DE36-0148-A7EA-157879F29459}"/>
              </a:ext>
            </a:extLst>
          </p:cNvPr>
          <p:cNvSpPr>
            <a:spLocks noGrp="1"/>
          </p:cNvSpPr>
          <p:nvPr>
            <p:ph type="dt" sz="half" idx="14"/>
          </p:nvPr>
        </p:nvSpPr>
        <p:spPr/>
        <p:txBody>
          <a:bodyPr/>
          <a:lstStyle/>
          <a:p>
            <a:r>
              <a:rPr lang="fi-FI"/>
              <a:t>06.05.2026</a:t>
            </a:r>
          </a:p>
        </p:txBody>
      </p:sp>
      <p:sp>
        <p:nvSpPr>
          <p:cNvPr id="5" name="Footer Placeholder 4">
            <a:extLst>
              <a:ext uri="{FF2B5EF4-FFF2-40B4-BE49-F238E27FC236}">
                <a16:creationId xmlns:a16="http://schemas.microsoft.com/office/drawing/2014/main" id="{5FD05162-E4FC-F030-07AC-FC3AEEFFF4E1}"/>
              </a:ext>
            </a:extLst>
          </p:cNvPr>
          <p:cNvSpPr>
            <a:spLocks noGrp="1"/>
          </p:cNvSpPr>
          <p:nvPr>
            <p:ph type="ftr" sz="quarter" idx="15"/>
          </p:nvPr>
        </p:nvSpPr>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102E61C5-655F-9E60-460E-8B16B76A7F3A}"/>
              </a:ext>
            </a:extLst>
          </p:cNvPr>
          <p:cNvSpPr>
            <a:spLocks noGrp="1"/>
          </p:cNvSpPr>
          <p:nvPr>
            <p:ph type="sldNum" sz="quarter" idx="16"/>
          </p:nvPr>
        </p:nvSpPr>
        <p:spPr/>
        <p:txBody>
          <a:bodyPr/>
          <a:lstStyle/>
          <a:p>
            <a:fld id="{D701140D-C14F-41CA-99FC-0EF83E8DA40A}" type="slidenum">
              <a:rPr lang="fi-FI" smtClean="0"/>
              <a:pPr/>
              <a:t>‹#›</a:t>
            </a:fld>
            <a:endParaRPr lang="fi-FI"/>
          </a:p>
        </p:txBody>
      </p:sp>
      <p:sp>
        <p:nvSpPr>
          <p:cNvPr id="9" name="Text Placeholder 4">
            <a:extLst>
              <a:ext uri="{FF2B5EF4-FFF2-40B4-BE49-F238E27FC236}">
                <a16:creationId xmlns:a16="http://schemas.microsoft.com/office/drawing/2014/main" id="{8E73BB4C-6EC5-371E-1EAE-C8A6FEDC360F}"/>
              </a:ext>
            </a:extLst>
          </p:cNvPr>
          <p:cNvSpPr>
            <a:spLocks noGrp="1"/>
          </p:cNvSpPr>
          <p:nvPr>
            <p:ph type="body" sz="quarter" idx="17" hasCustomPrompt="1"/>
          </p:nvPr>
        </p:nvSpPr>
        <p:spPr>
          <a:xfrm>
            <a:off x="6600055" y="4869160"/>
            <a:ext cx="5183957" cy="276999"/>
          </a:xfrm>
        </p:spPr>
        <p:txBody>
          <a:bodyPr wrap="square">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10239392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Whit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8" name="Rectangle 7">
            <a:extLst>
              <a:ext uri="{FF2B5EF4-FFF2-40B4-BE49-F238E27FC236}">
                <a16:creationId xmlns:a16="http://schemas.microsoft.com/office/drawing/2014/main" id="{D777C7DB-D21C-CF04-BEAE-6225DF214D55}"/>
              </a:ext>
              <a:ext uri="{C183D7F6-B498-43B3-948B-1728B52AA6E4}">
                <adec:decorative xmlns:adec="http://schemas.microsoft.com/office/drawing/2017/decorative" val="1"/>
              </a:ext>
            </a:extLst>
          </p:cNvPr>
          <p:cNvSpPr/>
          <p:nvPr/>
        </p:nvSpPr>
        <p:spPr>
          <a:xfrm>
            <a:off x="0" y="0"/>
            <a:ext cx="6096000" cy="3429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latin typeface="+mj-lt"/>
              </a:defRPr>
            </a:lvl1pPr>
          </a:lstStyle>
          <a:p>
            <a:r>
              <a:rPr lang="en-US"/>
              <a:t>Headline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6600056" y="1233937"/>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45E78DCC-4AC7-C533-30A2-5C63D26BDB4B}"/>
              </a:ext>
            </a:extLst>
          </p:cNvPr>
          <p:cNvSpPr>
            <a:spLocks noGrp="1"/>
          </p:cNvSpPr>
          <p:nvPr>
            <p:ph type="dt" sz="half" idx="14"/>
          </p:nvPr>
        </p:nvSpPr>
        <p:spPr/>
        <p:txBody>
          <a:bodyPr/>
          <a:lstStyle/>
          <a:p>
            <a:r>
              <a:rPr lang="fi-FI"/>
              <a:t>06.05.2026</a:t>
            </a:r>
          </a:p>
        </p:txBody>
      </p:sp>
      <p:sp>
        <p:nvSpPr>
          <p:cNvPr id="5" name="Footer Placeholder 4">
            <a:extLst>
              <a:ext uri="{FF2B5EF4-FFF2-40B4-BE49-F238E27FC236}">
                <a16:creationId xmlns:a16="http://schemas.microsoft.com/office/drawing/2014/main" id="{F13AEA57-51F9-8677-BE77-6A173FB52ACF}"/>
              </a:ext>
            </a:extLst>
          </p:cNvPr>
          <p:cNvSpPr>
            <a:spLocks noGrp="1"/>
          </p:cNvSpPr>
          <p:nvPr>
            <p:ph type="ftr" sz="quarter" idx="15"/>
          </p:nvPr>
        </p:nvSpPr>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545089EB-5ECF-87F1-77A7-C15D7B25B777}"/>
              </a:ext>
            </a:extLst>
          </p:cNvPr>
          <p:cNvSpPr>
            <a:spLocks noGrp="1"/>
          </p:cNvSpPr>
          <p:nvPr>
            <p:ph type="sldNum" sz="quarter" idx="16"/>
          </p:nvPr>
        </p:nvSpPr>
        <p:spPr/>
        <p:txBody>
          <a:bodyPr/>
          <a:lstStyle/>
          <a:p>
            <a:fld id="{D701140D-C14F-41CA-99FC-0EF83E8DA40A}" type="slidenum">
              <a:rPr lang="fi-FI" smtClean="0"/>
              <a:pPr/>
              <a:t>‹#›</a:t>
            </a:fld>
            <a:endParaRPr lang="fi-FI"/>
          </a:p>
        </p:txBody>
      </p:sp>
      <p:sp>
        <p:nvSpPr>
          <p:cNvPr id="9" name="Text Placeholder 4">
            <a:extLst>
              <a:ext uri="{FF2B5EF4-FFF2-40B4-BE49-F238E27FC236}">
                <a16:creationId xmlns:a16="http://schemas.microsoft.com/office/drawing/2014/main" id="{7D5F13A0-8C72-600B-9974-1DCA3E4159DC}"/>
              </a:ext>
            </a:extLst>
          </p:cNvPr>
          <p:cNvSpPr>
            <a:spLocks noGrp="1"/>
          </p:cNvSpPr>
          <p:nvPr>
            <p:ph type="body" sz="quarter" idx="17" hasCustomPrompt="1"/>
          </p:nvPr>
        </p:nvSpPr>
        <p:spPr>
          <a:xfrm>
            <a:off x="6600055" y="4869160"/>
            <a:ext cx="5183957" cy="276999"/>
          </a:xfrm>
        </p:spPr>
        <p:txBody>
          <a:bodyPr wrap="square">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146540973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Black">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8" name="Rectangle 7">
            <a:extLst>
              <a:ext uri="{FF2B5EF4-FFF2-40B4-BE49-F238E27FC236}">
                <a16:creationId xmlns:a16="http://schemas.microsoft.com/office/drawing/2014/main" id="{D777C7DB-D21C-CF04-BEAE-6225DF214D55}"/>
              </a:ext>
              <a:ext uri="{C183D7F6-B498-43B3-948B-1728B52AA6E4}">
                <adec:decorative xmlns:adec="http://schemas.microsoft.com/office/drawing/2017/decorative" val="1"/>
              </a:ext>
            </a:extLst>
          </p:cNvPr>
          <p:cNvSpPr/>
          <p:nvPr/>
        </p:nvSpPr>
        <p:spPr>
          <a:xfrm>
            <a:off x="0" y="0"/>
            <a:ext cx="6096000" cy="3429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solidFill>
                  <a:schemeClr val="bg1"/>
                </a:solidFill>
                <a:latin typeface="+mj-lt"/>
              </a:defRPr>
            </a:lvl1pPr>
          </a:lstStyle>
          <a:p>
            <a:r>
              <a:rPr lang="en-US"/>
              <a:t>Headline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6600056" y="1233937"/>
            <a:ext cx="3960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68E7816-46AF-EDE4-B973-3A70EF994BCC}"/>
              </a:ext>
            </a:extLst>
          </p:cNvPr>
          <p:cNvSpPr>
            <a:spLocks noGrp="1"/>
          </p:cNvSpPr>
          <p:nvPr>
            <p:ph type="dt" sz="half" idx="14"/>
          </p:nvPr>
        </p:nvSpPr>
        <p:spPr/>
        <p:txBody>
          <a:bodyPr/>
          <a:lstStyle>
            <a:lvl1pPr>
              <a:defRPr>
                <a:solidFill>
                  <a:schemeClr val="bg1"/>
                </a:solidFill>
              </a:defRPr>
            </a:lvl1pPr>
          </a:lstStyle>
          <a:p>
            <a:r>
              <a:rPr lang="fi-FI"/>
              <a:t>06.05.2026</a:t>
            </a:r>
          </a:p>
        </p:txBody>
      </p:sp>
      <p:sp>
        <p:nvSpPr>
          <p:cNvPr id="5" name="Footer Placeholder 4">
            <a:extLst>
              <a:ext uri="{FF2B5EF4-FFF2-40B4-BE49-F238E27FC236}">
                <a16:creationId xmlns:a16="http://schemas.microsoft.com/office/drawing/2014/main" id="{E3E6E867-4E34-AE05-3565-F0277F684973}"/>
              </a:ext>
            </a:extLst>
          </p:cNvPr>
          <p:cNvSpPr>
            <a:spLocks noGrp="1"/>
          </p:cNvSpPr>
          <p:nvPr>
            <p:ph type="ftr" sz="quarter" idx="15"/>
          </p:nvPr>
        </p:nvSpPr>
        <p:spPr/>
        <p:txBody>
          <a:bodyPr/>
          <a:lstStyle>
            <a:lvl1pPr>
              <a:defRPr>
                <a:solidFill>
                  <a:schemeClr val="bg1"/>
                </a:solidFill>
              </a:defRPr>
            </a:lvl1pPr>
          </a:lstStyle>
          <a:p>
            <a:r>
              <a:rPr lang="pt-BR"/>
              <a:t>Enrico Glerean (2026) CC-BY</a:t>
            </a:r>
            <a:endParaRPr lang="fi-FI"/>
          </a:p>
        </p:txBody>
      </p:sp>
      <p:sp>
        <p:nvSpPr>
          <p:cNvPr id="6" name="Slide Number Placeholder 5">
            <a:extLst>
              <a:ext uri="{FF2B5EF4-FFF2-40B4-BE49-F238E27FC236}">
                <a16:creationId xmlns:a16="http://schemas.microsoft.com/office/drawing/2014/main" id="{1C11884A-89D7-C67B-7CC3-A45310410CE1}"/>
              </a:ext>
            </a:extLst>
          </p:cNvPr>
          <p:cNvSpPr>
            <a:spLocks noGrp="1"/>
          </p:cNvSpPr>
          <p:nvPr>
            <p:ph type="sldNum" sz="quarter" idx="16"/>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9" name="Text Placeholder 4">
            <a:extLst>
              <a:ext uri="{FF2B5EF4-FFF2-40B4-BE49-F238E27FC236}">
                <a16:creationId xmlns:a16="http://schemas.microsoft.com/office/drawing/2014/main" id="{FB5327C8-35AE-43B7-A01A-DC1FE2F0BEF1}"/>
              </a:ext>
            </a:extLst>
          </p:cNvPr>
          <p:cNvSpPr>
            <a:spLocks noGrp="1"/>
          </p:cNvSpPr>
          <p:nvPr>
            <p:ph type="body" sz="quarter" idx="17" hasCustomPrompt="1"/>
          </p:nvPr>
        </p:nvSpPr>
        <p:spPr>
          <a:xfrm>
            <a:off x="6600055" y="4869160"/>
            <a:ext cx="5183957" cy="276999"/>
          </a:xfrm>
        </p:spPr>
        <p:txBody>
          <a:bodyPr wrap="square">
            <a:spAutoFit/>
          </a:bodyPr>
          <a:lstStyle>
            <a:lvl1pPr marL="0" indent="0">
              <a:spcBef>
                <a:spcPts val="0"/>
              </a:spcBef>
              <a:buFontTx/>
              <a:buNone/>
              <a:defRPr sz="1800">
                <a:solidFill>
                  <a:schemeClr val="bg1"/>
                </a:solidFill>
              </a:defRPr>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31107075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Red 2">
    <p:bg>
      <p:bgPr>
        <a:solidFill>
          <a:schemeClr val="accent2"/>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8" name="Rectangle 7">
            <a:extLst>
              <a:ext uri="{FF2B5EF4-FFF2-40B4-BE49-F238E27FC236}">
                <a16:creationId xmlns:a16="http://schemas.microsoft.com/office/drawing/2014/main" id="{D777C7DB-D21C-CF04-BEAE-6225DF214D55}"/>
              </a:ext>
              <a:ext uri="{C183D7F6-B498-43B3-948B-1728B52AA6E4}">
                <adec:decorative xmlns:adec="http://schemas.microsoft.com/office/drawing/2017/decorative" val="1"/>
              </a:ext>
            </a:extLst>
          </p:cNvPr>
          <p:cNvSpPr/>
          <p:nvPr/>
        </p:nvSpPr>
        <p:spPr>
          <a:xfrm>
            <a:off x="0" y="0"/>
            <a:ext cx="6096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latin typeface="+mj-lt"/>
              </a:defRPr>
            </a:lvl1pPr>
          </a:lstStyle>
          <a:p>
            <a:r>
              <a:rPr lang="en-US"/>
              <a:t>Headline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6600056" y="1233937"/>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2FAC22D7-D1D6-D8DB-06A4-46EE3349040B}"/>
              </a:ext>
            </a:extLst>
          </p:cNvPr>
          <p:cNvSpPr>
            <a:spLocks noGrp="1"/>
          </p:cNvSpPr>
          <p:nvPr>
            <p:ph type="dt" sz="half" idx="14"/>
          </p:nvPr>
        </p:nvSpPr>
        <p:spPr/>
        <p:txBody>
          <a:bodyPr/>
          <a:lstStyle/>
          <a:p>
            <a:r>
              <a:rPr lang="fi-FI"/>
              <a:t>06.05.2026</a:t>
            </a:r>
          </a:p>
        </p:txBody>
      </p:sp>
      <p:sp>
        <p:nvSpPr>
          <p:cNvPr id="5" name="Footer Placeholder 4">
            <a:extLst>
              <a:ext uri="{FF2B5EF4-FFF2-40B4-BE49-F238E27FC236}">
                <a16:creationId xmlns:a16="http://schemas.microsoft.com/office/drawing/2014/main" id="{1A1A431B-3F31-0E0E-6255-138EC93AAE64}"/>
              </a:ext>
            </a:extLst>
          </p:cNvPr>
          <p:cNvSpPr>
            <a:spLocks noGrp="1"/>
          </p:cNvSpPr>
          <p:nvPr>
            <p:ph type="ftr" sz="quarter" idx="15"/>
          </p:nvPr>
        </p:nvSpPr>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D5BEC0DB-FC2B-561F-42FF-3B0802FA5285}"/>
              </a:ext>
            </a:extLst>
          </p:cNvPr>
          <p:cNvSpPr>
            <a:spLocks noGrp="1"/>
          </p:cNvSpPr>
          <p:nvPr>
            <p:ph type="sldNum" sz="quarter" idx="16"/>
          </p:nvPr>
        </p:nvSpPr>
        <p:spPr/>
        <p:txBody>
          <a:bodyPr/>
          <a:lstStyle/>
          <a:p>
            <a:fld id="{D701140D-C14F-41CA-99FC-0EF83E8DA40A}" type="slidenum">
              <a:rPr lang="fi-FI" smtClean="0"/>
              <a:pPr/>
              <a:t>‹#›</a:t>
            </a:fld>
            <a:endParaRPr lang="fi-FI"/>
          </a:p>
        </p:txBody>
      </p:sp>
      <p:sp>
        <p:nvSpPr>
          <p:cNvPr id="9" name="Text Placeholder 4">
            <a:extLst>
              <a:ext uri="{FF2B5EF4-FFF2-40B4-BE49-F238E27FC236}">
                <a16:creationId xmlns:a16="http://schemas.microsoft.com/office/drawing/2014/main" id="{DA234B95-8F0F-4EC3-9F33-8DD846B5BE8C}"/>
              </a:ext>
            </a:extLst>
          </p:cNvPr>
          <p:cNvSpPr>
            <a:spLocks noGrp="1"/>
          </p:cNvSpPr>
          <p:nvPr>
            <p:ph type="body" sz="quarter" idx="17" hasCustomPrompt="1"/>
          </p:nvPr>
        </p:nvSpPr>
        <p:spPr>
          <a:xfrm>
            <a:off x="6600055" y="4869160"/>
            <a:ext cx="5183957" cy="276999"/>
          </a:xfrm>
        </p:spPr>
        <p:txBody>
          <a:bodyPr wrap="square">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5603191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Blue 2">
    <p:bg>
      <p:bgPr>
        <a:solidFill>
          <a:schemeClr val="accent3"/>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8" name="Rectangle 7">
            <a:extLst>
              <a:ext uri="{FF2B5EF4-FFF2-40B4-BE49-F238E27FC236}">
                <a16:creationId xmlns:a16="http://schemas.microsoft.com/office/drawing/2014/main" id="{D777C7DB-D21C-CF04-BEAE-6225DF214D55}"/>
              </a:ext>
              <a:ext uri="{C183D7F6-B498-43B3-948B-1728B52AA6E4}">
                <adec:decorative xmlns:adec="http://schemas.microsoft.com/office/drawing/2017/decorative" val="1"/>
              </a:ext>
            </a:extLst>
          </p:cNvPr>
          <p:cNvSpPr/>
          <p:nvPr/>
        </p:nvSpPr>
        <p:spPr>
          <a:xfrm>
            <a:off x="0" y="0"/>
            <a:ext cx="6096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latin typeface="+mj-lt"/>
              </a:defRPr>
            </a:lvl1pPr>
          </a:lstStyle>
          <a:p>
            <a:r>
              <a:rPr lang="en-US"/>
              <a:t>Headline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6600056" y="1233937"/>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F01F7BF-6136-1293-03E9-87CB159D78B4}"/>
              </a:ext>
            </a:extLst>
          </p:cNvPr>
          <p:cNvSpPr>
            <a:spLocks noGrp="1"/>
          </p:cNvSpPr>
          <p:nvPr>
            <p:ph type="dt" sz="half" idx="14"/>
          </p:nvPr>
        </p:nvSpPr>
        <p:spPr/>
        <p:txBody>
          <a:bodyPr/>
          <a:lstStyle/>
          <a:p>
            <a:r>
              <a:rPr lang="fi-FI"/>
              <a:t>06.05.2026</a:t>
            </a:r>
          </a:p>
        </p:txBody>
      </p:sp>
      <p:sp>
        <p:nvSpPr>
          <p:cNvPr id="5" name="Footer Placeholder 4">
            <a:extLst>
              <a:ext uri="{FF2B5EF4-FFF2-40B4-BE49-F238E27FC236}">
                <a16:creationId xmlns:a16="http://schemas.microsoft.com/office/drawing/2014/main" id="{48FE259E-7E55-6AB4-BF0A-B44DAFEF9901}"/>
              </a:ext>
            </a:extLst>
          </p:cNvPr>
          <p:cNvSpPr>
            <a:spLocks noGrp="1"/>
          </p:cNvSpPr>
          <p:nvPr>
            <p:ph type="ftr" sz="quarter" idx="15"/>
          </p:nvPr>
        </p:nvSpPr>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8F96378F-80BB-E789-AD86-D9EA44DA29E9}"/>
              </a:ext>
            </a:extLst>
          </p:cNvPr>
          <p:cNvSpPr>
            <a:spLocks noGrp="1"/>
          </p:cNvSpPr>
          <p:nvPr>
            <p:ph type="sldNum" sz="quarter" idx="16"/>
          </p:nvPr>
        </p:nvSpPr>
        <p:spPr/>
        <p:txBody>
          <a:bodyPr/>
          <a:lstStyle/>
          <a:p>
            <a:fld id="{D701140D-C14F-41CA-99FC-0EF83E8DA40A}" type="slidenum">
              <a:rPr lang="fi-FI" smtClean="0"/>
              <a:pPr/>
              <a:t>‹#›</a:t>
            </a:fld>
            <a:endParaRPr lang="fi-FI"/>
          </a:p>
        </p:txBody>
      </p:sp>
      <p:sp>
        <p:nvSpPr>
          <p:cNvPr id="9" name="Text Placeholder 4">
            <a:extLst>
              <a:ext uri="{FF2B5EF4-FFF2-40B4-BE49-F238E27FC236}">
                <a16:creationId xmlns:a16="http://schemas.microsoft.com/office/drawing/2014/main" id="{F82C49FA-163A-6789-9F54-6B5716B363AC}"/>
              </a:ext>
            </a:extLst>
          </p:cNvPr>
          <p:cNvSpPr>
            <a:spLocks noGrp="1"/>
          </p:cNvSpPr>
          <p:nvPr>
            <p:ph type="body" sz="quarter" idx="17" hasCustomPrompt="1"/>
          </p:nvPr>
        </p:nvSpPr>
        <p:spPr>
          <a:xfrm>
            <a:off x="6600055" y="4869160"/>
            <a:ext cx="5183957" cy="276999"/>
          </a:xfrm>
        </p:spPr>
        <p:txBody>
          <a:bodyPr wrap="square">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217699245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Yellow 2">
    <p:bg>
      <p:bgPr>
        <a:solidFill>
          <a:schemeClr val="accent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8" name="Rectangle 7">
            <a:extLst>
              <a:ext uri="{FF2B5EF4-FFF2-40B4-BE49-F238E27FC236}">
                <a16:creationId xmlns:a16="http://schemas.microsoft.com/office/drawing/2014/main" id="{D777C7DB-D21C-CF04-BEAE-6225DF214D55}"/>
              </a:ext>
              <a:ext uri="{C183D7F6-B498-43B3-948B-1728B52AA6E4}">
                <adec:decorative xmlns:adec="http://schemas.microsoft.com/office/drawing/2017/decorative" val="1"/>
              </a:ext>
            </a:extLst>
          </p:cNvPr>
          <p:cNvSpPr/>
          <p:nvPr/>
        </p:nvSpPr>
        <p:spPr>
          <a:xfrm>
            <a:off x="0" y="0"/>
            <a:ext cx="6096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latin typeface="+mj-lt"/>
              </a:defRPr>
            </a:lvl1pPr>
          </a:lstStyle>
          <a:p>
            <a:r>
              <a:rPr lang="en-US"/>
              <a:t>Headline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6600056" y="1233937"/>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EB261AA-A967-344D-10CF-A52EC9EFC271}"/>
              </a:ext>
            </a:extLst>
          </p:cNvPr>
          <p:cNvSpPr>
            <a:spLocks noGrp="1"/>
          </p:cNvSpPr>
          <p:nvPr>
            <p:ph type="dt" sz="half" idx="14"/>
          </p:nvPr>
        </p:nvSpPr>
        <p:spPr/>
        <p:txBody>
          <a:bodyPr/>
          <a:lstStyle/>
          <a:p>
            <a:r>
              <a:rPr lang="fi-FI"/>
              <a:t>06.05.2026</a:t>
            </a:r>
          </a:p>
        </p:txBody>
      </p:sp>
      <p:sp>
        <p:nvSpPr>
          <p:cNvPr id="5" name="Footer Placeholder 4">
            <a:extLst>
              <a:ext uri="{FF2B5EF4-FFF2-40B4-BE49-F238E27FC236}">
                <a16:creationId xmlns:a16="http://schemas.microsoft.com/office/drawing/2014/main" id="{DC5CAA6F-5588-75A0-B42A-E7B4358C7B7E}"/>
              </a:ext>
            </a:extLst>
          </p:cNvPr>
          <p:cNvSpPr>
            <a:spLocks noGrp="1"/>
          </p:cNvSpPr>
          <p:nvPr>
            <p:ph type="ftr" sz="quarter" idx="15"/>
          </p:nvPr>
        </p:nvSpPr>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9C4CB569-8C10-87E5-2F35-74ED3EF15E59}"/>
              </a:ext>
            </a:extLst>
          </p:cNvPr>
          <p:cNvSpPr>
            <a:spLocks noGrp="1"/>
          </p:cNvSpPr>
          <p:nvPr>
            <p:ph type="sldNum" sz="quarter" idx="16"/>
          </p:nvPr>
        </p:nvSpPr>
        <p:spPr/>
        <p:txBody>
          <a:bodyPr/>
          <a:lstStyle/>
          <a:p>
            <a:fld id="{D701140D-C14F-41CA-99FC-0EF83E8DA40A}" type="slidenum">
              <a:rPr lang="fi-FI" smtClean="0"/>
              <a:pPr/>
              <a:t>‹#›</a:t>
            </a:fld>
            <a:endParaRPr lang="fi-FI"/>
          </a:p>
        </p:txBody>
      </p:sp>
      <p:sp>
        <p:nvSpPr>
          <p:cNvPr id="9" name="Text Placeholder 4">
            <a:extLst>
              <a:ext uri="{FF2B5EF4-FFF2-40B4-BE49-F238E27FC236}">
                <a16:creationId xmlns:a16="http://schemas.microsoft.com/office/drawing/2014/main" id="{8771EAB8-E976-3394-3EDD-274481E21104}"/>
              </a:ext>
            </a:extLst>
          </p:cNvPr>
          <p:cNvSpPr>
            <a:spLocks noGrp="1"/>
          </p:cNvSpPr>
          <p:nvPr>
            <p:ph type="body" sz="quarter" idx="17" hasCustomPrompt="1"/>
          </p:nvPr>
        </p:nvSpPr>
        <p:spPr>
          <a:xfrm>
            <a:off x="6600055" y="4869160"/>
            <a:ext cx="5183957" cy="276999"/>
          </a:xfrm>
        </p:spPr>
        <p:txBody>
          <a:bodyPr wrap="square">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192640169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White 2">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8" name="Rectangle 7">
            <a:extLst>
              <a:ext uri="{FF2B5EF4-FFF2-40B4-BE49-F238E27FC236}">
                <a16:creationId xmlns:a16="http://schemas.microsoft.com/office/drawing/2014/main" id="{D777C7DB-D21C-CF04-BEAE-6225DF214D55}"/>
              </a:ext>
              <a:ext uri="{C183D7F6-B498-43B3-948B-1728B52AA6E4}">
                <adec:decorative xmlns:adec="http://schemas.microsoft.com/office/drawing/2017/decorative" val="1"/>
              </a:ext>
            </a:extLst>
          </p:cNvPr>
          <p:cNvSpPr/>
          <p:nvPr/>
        </p:nvSpPr>
        <p:spPr>
          <a:xfrm>
            <a:off x="0" y="0"/>
            <a:ext cx="6096000" cy="3429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latin typeface="+mj-lt"/>
              </a:defRPr>
            </a:lvl1pPr>
          </a:lstStyle>
          <a:p>
            <a:r>
              <a:rPr lang="en-US"/>
              <a:t>Headline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6600056" y="1233937"/>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8ECE10FE-B9CB-31C9-C131-FA8A9355BEFC}"/>
              </a:ext>
            </a:extLst>
          </p:cNvPr>
          <p:cNvSpPr>
            <a:spLocks noGrp="1"/>
          </p:cNvSpPr>
          <p:nvPr>
            <p:ph type="dt" sz="half" idx="14"/>
          </p:nvPr>
        </p:nvSpPr>
        <p:spPr/>
        <p:txBody>
          <a:bodyPr/>
          <a:lstStyle/>
          <a:p>
            <a:r>
              <a:rPr lang="fi-FI"/>
              <a:t>06.05.2026</a:t>
            </a:r>
          </a:p>
        </p:txBody>
      </p:sp>
      <p:sp>
        <p:nvSpPr>
          <p:cNvPr id="5" name="Footer Placeholder 4">
            <a:extLst>
              <a:ext uri="{FF2B5EF4-FFF2-40B4-BE49-F238E27FC236}">
                <a16:creationId xmlns:a16="http://schemas.microsoft.com/office/drawing/2014/main" id="{E5AB6C74-8053-BBC4-940C-7BD1DA87F424}"/>
              </a:ext>
            </a:extLst>
          </p:cNvPr>
          <p:cNvSpPr>
            <a:spLocks noGrp="1"/>
          </p:cNvSpPr>
          <p:nvPr>
            <p:ph type="ftr" sz="quarter" idx="15"/>
          </p:nvPr>
        </p:nvSpPr>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8233658A-D30E-64F2-DD4D-DE5EA0255E92}"/>
              </a:ext>
            </a:extLst>
          </p:cNvPr>
          <p:cNvSpPr>
            <a:spLocks noGrp="1"/>
          </p:cNvSpPr>
          <p:nvPr>
            <p:ph type="sldNum" sz="quarter" idx="16"/>
          </p:nvPr>
        </p:nvSpPr>
        <p:spPr/>
        <p:txBody>
          <a:bodyPr/>
          <a:lstStyle/>
          <a:p>
            <a:fld id="{D701140D-C14F-41CA-99FC-0EF83E8DA40A}" type="slidenum">
              <a:rPr lang="fi-FI" smtClean="0"/>
              <a:pPr/>
              <a:t>‹#›</a:t>
            </a:fld>
            <a:endParaRPr lang="fi-FI"/>
          </a:p>
        </p:txBody>
      </p:sp>
      <p:sp>
        <p:nvSpPr>
          <p:cNvPr id="9" name="Text Placeholder 4">
            <a:extLst>
              <a:ext uri="{FF2B5EF4-FFF2-40B4-BE49-F238E27FC236}">
                <a16:creationId xmlns:a16="http://schemas.microsoft.com/office/drawing/2014/main" id="{531D53A2-130E-125B-FE0A-6CBEABB25673}"/>
              </a:ext>
            </a:extLst>
          </p:cNvPr>
          <p:cNvSpPr>
            <a:spLocks noGrp="1"/>
          </p:cNvSpPr>
          <p:nvPr>
            <p:ph type="body" sz="quarter" idx="17" hasCustomPrompt="1"/>
          </p:nvPr>
        </p:nvSpPr>
        <p:spPr>
          <a:xfrm>
            <a:off x="6600055" y="4869160"/>
            <a:ext cx="5183957" cy="276999"/>
          </a:xfrm>
        </p:spPr>
        <p:txBody>
          <a:bodyPr wrap="square">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158422259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Black 2">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8" name="Rectangle 7">
            <a:extLst>
              <a:ext uri="{FF2B5EF4-FFF2-40B4-BE49-F238E27FC236}">
                <a16:creationId xmlns:a16="http://schemas.microsoft.com/office/drawing/2014/main" id="{D777C7DB-D21C-CF04-BEAE-6225DF214D55}"/>
              </a:ext>
              <a:ext uri="{C183D7F6-B498-43B3-948B-1728B52AA6E4}">
                <adec:decorative xmlns:adec="http://schemas.microsoft.com/office/drawing/2017/decorative" val="1"/>
              </a:ext>
            </a:extLst>
          </p:cNvPr>
          <p:cNvSpPr/>
          <p:nvPr/>
        </p:nvSpPr>
        <p:spPr>
          <a:xfrm>
            <a:off x="0" y="0"/>
            <a:ext cx="6096000" cy="3429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solidFill>
                  <a:schemeClr val="bg1"/>
                </a:solidFill>
                <a:latin typeface="+mj-lt"/>
              </a:defRPr>
            </a:lvl1pPr>
          </a:lstStyle>
          <a:p>
            <a:r>
              <a:rPr lang="en-US"/>
              <a:t>Headline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6600056" y="1233937"/>
            <a:ext cx="3960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p:txBody>
          <a:bodyPr/>
          <a:lstStyle>
            <a:lvl1pPr>
              <a:defRPr>
                <a:solidFill>
                  <a:schemeClr val="bg1"/>
                </a:solidFill>
              </a:defRPr>
            </a:lvl1pPr>
          </a:lstStyle>
          <a:p>
            <a:r>
              <a:rPr lang="fi-FI"/>
              <a:t>06.05.2026</a:t>
            </a:r>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p:txBody>
          <a:bodyPr/>
          <a:lstStyle>
            <a:lvl1pPr>
              <a:defRPr>
                <a:solidFill>
                  <a:schemeClr val="bg1"/>
                </a:solidFill>
              </a:defRPr>
            </a:lvl1pPr>
          </a:lstStyle>
          <a:p>
            <a:r>
              <a:rPr lang="pt-BR"/>
              <a:t>Enrico Glerean (2026) CC-BY</a:t>
            </a:r>
            <a:endParaRPr lang="fi-FI"/>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4" name="Text Placeholder 4">
            <a:extLst>
              <a:ext uri="{FF2B5EF4-FFF2-40B4-BE49-F238E27FC236}">
                <a16:creationId xmlns:a16="http://schemas.microsoft.com/office/drawing/2014/main" id="{062062DE-D201-A7D5-B7B2-4A339438FA13}"/>
              </a:ext>
            </a:extLst>
          </p:cNvPr>
          <p:cNvSpPr>
            <a:spLocks noGrp="1"/>
          </p:cNvSpPr>
          <p:nvPr>
            <p:ph type="body" sz="quarter" idx="17" hasCustomPrompt="1"/>
          </p:nvPr>
        </p:nvSpPr>
        <p:spPr>
          <a:xfrm>
            <a:off x="6600055" y="4869160"/>
            <a:ext cx="5183957" cy="276999"/>
          </a:xfrm>
        </p:spPr>
        <p:txBody>
          <a:bodyPr wrap="square">
            <a:spAutoFit/>
          </a:bodyPr>
          <a:lstStyle>
            <a:lvl1pPr marL="0" indent="0">
              <a:spcBef>
                <a:spcPts val="0"/>
              </a:spcBef>
              <a:buFontTx/>
              <a:buNone/>
              <a:defRPr sz="1800">
                <a:solidFill>
                  <a:schemeClr val="bg1"/>
                </a:solidFill>
              </a:defRPr>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95752391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Yellow 3">
    <p:bg>
      <p:bgPr>
        <a:solidFill>
          <a:schemeClr val="accent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6096000" y="0"/>
            <a:ext cx="6096000" cy="6858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p:txBody>
          <a:bodyPr/>
          <a:lstStyle>
            <a:lvl1pPr>
              <a:defRPr>
                <a:solidFill>
                  <a:schemeClr val="bg1"/>
                </a:solidFill>
              </a:defRPr>
            </a:lvl1pPr>
          </a:lstStyle>
          <a:p>
            <a:r>
              <a:rPr lang="fi-FI"/>
              <a:t>06.05.2026</a:t>
            </a:r>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p:txBody>
          <a:bodyPr/>
          <a:lstStyle>
            <a:lvl1pPr>
              <a:defRPr>
                <a:solidFill>
                  <a:schemeClr val="bg1"/>
                </a:solidFill>
              </a:defRPr>
            </a:lvl1pPr>
          </a:lstStyle>
          <a:p>
            <a:r>
              <a:rPr lang="pt-BR"/>
              <a:t>Enrico Glerean (2026) CC-BY</a:t>
            </a:r>
            <a:endParaRPr lang="fi-FI"/>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5" name="Title 1">
            <a:extLst>
              <a:ext uri="{FF2B5EF4-FFF2-40B4-BE49-F238E27FC236}">
                <a16:creationId xmlns:a16="http://schemas.microsoft.com/office/drawing/2014/main" id="{1AB5AED4-B00A-C1A4-E287-ED21BF24F070}"/>
              </a:ext>
            </a:extLst>
          </p:cNvPr>
          <p:cNvSpPr>
            <a:spLocks noGrp="1"/>
          </p:cNvSpPr>
          <p:nvPr>
            <p:ph type="ctrTitle" hasCustomPrompt="1"/>
          </p:nvPr>
        </p:nvSpPr>
        <p:spPr>
          <a:xfrm>
            <a:off x="407988" y="2936558"/>
            <a:ext cx="5183956" cy="492443"/>
          </a:xfrm>
        </p:spPr>
        <p:txBody>
          <a:bodyPr wrap="square" anchor="b" anchorCtr="0">
            <a:spAutoFit/>
          </a:bodyPr>
          <a:lstStyle>
            <a:lvl1pPr algn="l">
              <a:lnSpc>
                <a:spcPct val="100000"/>
              </a:lnSpc>
              <a:defRPr sz="3200">
                <a:solidFill>
                  <a:schemeClr val="tx1"/>
                </a:solidFill>
                <a:latin typeface="+mj-lt"/>
              </a:defRPr>
            </a:lvl1pPr>
          </a:lstStyle>
          <a:p>
            <a:r>
              <a:rPr lang="en-US"/>
              <a:t>Headline</a:t>
            </a:r>
            <a:endParaRPr lang="fi-FI"/>
          </a:p>
        </p:txBody>
      </p:sp>
      <p:sp>
        <p:nvSpPr>
          <p:cNvPr id="6" name="Subtitle 2">
            <a:extLst>
              <a:ext uri="{FF2B5EF4-FFF2-40B4-BE49-F238E27FC236}">
                <a16:creationId xmlns:a16="http://schemas.microsoft.com/office/drawing/2014/main" id="{E77A74CF-552F-AD8B-EBE0-4EC31A285BF1}"/>
              </a:ext>
            </a:extLst>
          </p:cNvPr>
          <p:cNvSpPr>
            <a:spLocks noGrp="1"/>
          </p:cNvSpPr>
          <p:nvPr>
            <p:ph type="subTitle" idx="1"/>
          </p:nvPr>
        </p:nvSpPr>
        <p:spPr>
          <a:xfrm>
            <a:off x="407988" y="3429000"/>
            <a:ext cx="5183956" cy="984885"/>
          </a:xfrm>
        </p:spPr>
        <p:txBody>
          <a:bodyPr wrap="square">
            <a:spAutoFit/>
          </a:bodyPr>
          <a:lstStyle>
            <a:lvl1pPr marL="0" indent="0" algn="l">
              <a:lnSpc>
                <a:spcPct val="100000"/>
              </a:lnSpc>
              <a:spcBef>
                <a:spcPts val="0"/>
              </a:spcBef>
              <a:buNone/>
              <a:defRPr sz="32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cxnSp>
        <p:nvCxnSpPr>
          <p:cNvPr id="9" name="Straight Connector 8">
            <a:extLst>
              <a:ext uri="{FF2B5EF4-FFF2-40B4-BE49-F238E27FC236}">
                <a16:creationId xmlns:a16="http://schemas.microsoft.com/office/drawing/2014/main" id="{9E27271C-B890-2326-7DF3-F203CAEE893D}"/>
              </a:ext>
              <a:ext uri="{C183D7F6-B498-43B3-948B-1728B52AA6E4}">
                <adec:decorative xmlns:adec="http://schemas.microsoft.com/office/drawing/2017/decorative" val="1"/>
              </a:ext>
            </a:extLst>
          </p:cNvPr>
          <p:cNvCxnSpPr>
            <a:cxnSpLocks/>
          </p:cNvCxnSpPr>
          <p:nvPr userDrawn="1"/>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 Placeholder 4">
            <a:extLst>
              <a:ext uri="{FF2B5EF4-FFF2-40B4-BE49-F238E27FC236}">
                <a16:creationId xmlns:a16="http://schemas.microsoft.com/office/drawing/2014/main" id="{D85101F3-610F-B09D-488F-7AA3CF707C51}"/>
              </a:ext>
            </a:extLst>
          </p:cNvPr>
          <p:cNvSpPr>
            <a:spLocks noGrp="1"/>
          </p:cNvSpPr>
          <p:nvPr>
            <p:ph type="body" sz="quarter" idx="14" hasCustomPrompt="1"/>
          </p:nvPr>
        </p:nvSpPr>
        <p:spPr>
          <a:xfrm>
            <a:off x="407989" y="4869160"/>
            <a:ext cx="5183955" cy="276999"/>
          </a:xfrm>
        </p:spPr>
        <p:txBody>
          <a:bodyPr wrap="square">
            <a:spAutoFit/>
          </a:bodyPr>
          <a:lstStyle>
            <a:lvl1pPr marL="0" indent="0">
              <a:spcBef>
                <a:spcPts val="0"/>
              </a:spcBef>
              <a:buFontTx/>
              <a:buNone/>
              <a:defRPr sz="1800">
                <a:solidFill>
                  <a:schemeClr val="tx1"/>
                </a:solidFill>
              </a:defRPr>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124917087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Red 3">
    <p:bg>
      <p:bgPr>
        <a:solidFill>
          <a:schemeClr val="accent2"/>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6096000" y="0"/>
            <a:ext cx="6096000" cy="6858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p:txBody>
          <a:bodyPr/>
          <a:lstStyle>
            <a:lvl1pPr>
              <a:defRPr>
                <a:solidFill>
                  <a:schemeClr val="bg1"/>
                </a:solidFill>
              </a:defRPr>
            </a:lvl1pPr>
          </a:lstStyle>
          <a:p>
            <a:r>
              <a:rPr lang="fi-FI"/>
              <a:t>06.05.2026</a:t>
            </a:r>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p:txBody>
          <a:bodyPr/>
          <a:lstStyle>
            <a:lvl1pPr>
              <a:defRPr>
                <a:solidFill>
                  <a:schemeClr val="bg1"/>
                </a:solidFill>
              </a:defRPr>
            </a:lvl1pPr>
          </a:lstStyle>
          <a:p>
            <a:r>
              <a:rPr lang="pt-BR"/>
              <a:t>Enrico Glerean (2026) CC-BY</a:t>
            </a:r>
            <a:endParaRPr lang="fi-FI"/>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5" name="Title 1">
            <a:extLst>
              <a:ext uri="{FF2B5EF4-FFF2-40B4-BE49-F238E27FC236}">
                <a16:creationId xmlns:a16="http://schemas.microsoft.com/office/drawing/2014/main" id="{1AB5AED4-B00A-C1A4-E287-ED21BF24F070}"/>
              </a:ext>
            </a:extLst>
          </p:cNvPr>
          <p:cNvSpPr>
            <a:spLocks noGrp="1"/>
          </p:cNvSpPr>
          <p:nvPr>
            <p:ph type="ctrTitle" hasCustomPrompt="1"/>
          </p:nvPr>
        </p:nvSpPr>
        <p:spPr>
          <a:xfrm>
            <a:off x="407988" y="2936558"/>
            <a:ext cx="5183956" cy="492443"/>
          </a:xfrm>
        </p:spPr>
        <p:txBody>
          <a:bodyPr wrap="square" anchor="b" anchorCtr="0">
            <a:spAutoFit/>
          </a:bodyPr>
          <a:lstStyle>
            <a:lvl1pPr algn="l">
              <a:lnSpc>
                <a:spcPct val="100000"/>
              </a:lnSpc>
              <a:defRPr sz="3200">
                <a:solidFill>
                  <a:schemeClr val="tx1"/>
                </a:solidFill>
                <a:latin typeface="+mj-lt"/>
              </a:defRPr>
            </a:lvl1pPr>
          </a:lstStyle>
          <a:p>
            <a:r>
              <a:rPr lang="en-US"/>
              <a:t>Headline</a:t>
            </a:r>
            <a:endParaRPr lang="fi-FI"/>
          </a:p>
        </p:txBody>
      </p:sp>
      <p:sp>
        <p:nvSpPr>
          <p:cNvPr id="6" name="Subtitle 2">
            <a:extLst>
              <a:ext uri="{FF2B5EF4-FFF2-40B4-BE49-F238E27FC236}">
                <a16:creationId xmlns:a16="http://schemas.microsoft.com/office/drawing/2014/main" id="{E77A74CF-552F-AD8B-EBE0-4EC31A285BF1}"/>
              </a:ext>
            </a:extLst>
          </p:cNvPr>
          <p:cNvSpPr>
            <a:spLocks noGrp="1"/>
          </p:cNvSpPr>
          <p:nvPr>
            <p:ph type="subTitle" idx="1"/>
          </p:nvPr>
        </p:nvSpPr>
        <p:spPr>
          <a:xfrm>
            <a:off x="407988" y="3429000"/>
            <a:ext cx="5183956" cy="984885"/>
          </a:xfrm>
        </p:spPr>
        <p:txBody>
          <a:bodyPr wrap="square">
            <a:spAutoFit/>
          </a:bodyPr>
          <a:lstStyle>
            <a:lvl1pPr marL="0" indent="0" algn="l">
              <a:lnSpc>
                <a:spcPct val="100000"/>
              </a:lnSpc>
              <a:spcBef>
                <a:spcPts val="0"/>
              </a:spcBef>
              <a:buNone/>
              <a:defRPr sz="32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cxnSp>
        <p:nvCxnSpPr>
          <p:cNvPr id="9" name="Straight Connector 8">
            <a:extLst>
              <a:ext uri="{FF2B5EF4-FFF2-40B4-BE49-F238E27FC236}">
                <a16:creationId xmlns:a16="http://schemas.microsoft.com/office/drawing/2014/main" id="{9E27271C-B890-2326-7DF3-F203CAEE893D}"/>
              </a:ext>
              <a:ext uri="{C183D7F6-B498-43B3-948B-1728B52AA6E4}">
                <adec:decorative xmlns:adec="http://schemas.microsoft.com/office/drawing/2017/decorative" val="1"/>
              </a:ext>
            </a:extLst>
          </p:cNvPr>
          <p:cNvCxnSpPr>
            <a:cxnSpLocks/>
          </p:cNvCxnSpPr>
          <p:nvPr userDrawn="1"/>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 Placeholder 4">
            <a:extLst>
              <a:ext uri="{FF2B5EF4-FFF2-40B4-BE49-F238E27FC236}">
                <a16:creationId xmlns:a16="http://schemas.microsoft.com/office/drawing/2014/main" id="{D85101F3-610F-B09D-488F-7AA3CF707C51}"/>
              </a:ext>
            </a:extLst>
          </p:cNvPr>
          <p:cNvSpPr>
            <a:spLocks noGrp="1"/>
          </p:cNvSpPr>
          <p:nvPr>
            <p:ph type="body" sz="quarter" idx="14" hasCustomPrompt="1"/>
          </p:nvPr>
        </p:nvSpPr>
        <p:spPr>
          <a:xfrm>
            <a:off x="407989" y="4869160"/>
            <a:ext cx="5183955" cy="276999"/>
          </a:xfrm>
        </p:spPr>
        <p:txBody>
          <a:bodyPr wrap="square">
            <a:spAutoFit/>
          </a:bodyPr>
          <a:lstStyle>
            <a:lvl1pPr marL="0" indent="0">
              <a:spcBef>
                <a:spcPts val="0"/>
              </a:spcBef>
              <a:buFontTx/>
              <a:buNone/>
              <a:defRPr sz="1800">
                <a:solidFill>
                  <a:schemeClr val="tx1"/>
                </a:solidFill>
              </a:defRPr>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274548875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Blue 3">
    <p:bg>
      <p:bgPr>
        <a:solidFill>
          <a:schemeClr val="accent3"/>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6096000" y="0"/>
            <a:ext cx="6096000" cy="6858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p:txBody>
          <a:bodyPr/>
          <a:lstStyle>
            <a:lvl1pPr>
              <a:defRPr>
                <a:solidFill>
                  <a:schemeClr val="bg1"/>
                </a:solidFill>
              </a:defRPr>
            </a:lvl1pPr>
          </a:lstStyle>
          <a:p>
            <a:r>
              <a:rPr lang="fi-FI"/>
              <a:t>06.05.2026</a:t>
            </a:r>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p:txBody>
          <a:bodyPr/>
          <a:lstStyle>
            <a:lvl1pPr>
              <a:defRPr>
                <a:solidFill>
                  <a:schemeClr val="bg1"/>
                </a:solidFill>
              </a:defRPr>
            </a:lvl1pPr>
          </a:lstStyle>
          <a:p>
            <a:r>
              <a:rPr lang="pt-BR"/>
              <a:t>Enrico Glerean (2026) CC-BY</a:t>
            </a:r>
            <a:endParaRPr lang="fi-FI"/>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5" name="Title 1">
            <a:extLst>
              <a:ext uri="{FF2B5EF4-FFF2-40B4-BE49-F238E27FC236}">
                <a16:creationId xmlns:a16="http://schemas.microsoft.com/office/drawing/2014/main" id="{1AB5AED4-B00A-C1A4-E287-ED21BF24F070}"/>
              </a:ext>
            </a:extLst>
          </p:cNvPr>
          <p:cNvSpPr>
            <a:spLocks noGrp="1"/>
          </p:cNvSpPr>
          <p:nvPr>
            <p:ph type="ctrTitle" hasCustomPrompt="1"/>
          </p:nvPr>
        </p:nvSpPr>
        <p:spPr>
          <a:xfrm>
            <a:off x="407988" y="2936558"/>
            <a:ext cx="5183956" cy="492443"/>
          </a:xfrm>
        </p:spPr>
        <p:txBody>
          <a:bodyPr wrap="square" anchor="b" anchorCtr="0">
            <a:spAutoFit/>
          </a:bodyPr>
          <a:lstStyle>
            <a:lvl1pPr algn="l">
              <a:lnSpc>
                <a:spcPct val="100000"/>
              </a:lnSpc>
              <a:defRPr sz="3200">
                <a:solidFill>
                  <a:schemeClr val="tx1"/>
                </a:solidFill>
                <a:latin typeface="+mj-lt"/>
              </a:defRPr>
            </a:lvl1pPr>
          </a:lstStyle>
          <a:p>
            <a:r>
              <a:rPr lang="en-US"/>
              <a:t>Headline</a:t>
            </a:r>
            <a:endParaRPr lang="fi-FI"/>
          </a:p>
        </p:txBody>
      </p:sp>
      <p:sp>
        <p:nvSpPr>
          <p:cNvPr id="6" name="Subtitle 2">
            <a:extLst>
              <a:ext uri="{FF2B5EF4-FFF2-40B4-BE49-F238E27FC236}">
                <a16:creationId xmlns:a16="http://schemas.microsoft.com/office/drawing/2014/main" id="{E77A74CF-552F-AD8B-EBE0-4EC31A285BF1}"/>
              </a:ext>
            </a:extLst>
          </p:cNvPr>
          <p:cNvSpPr>
            <a:spLocks noGrp="1"/>
          </p:cNvSpPr>
          <p:nvPr>
            <p:ph type="subTitle" idx="1"/>
          </p:nvPr>
        </p:nvSpPr>
        <p:spPr>
          <a:xfrm>
            <a:off x="407988" y="3429000"/>
            <a:ext cx="5183956" cy="984885"/>
          </a:xfrm>
        </p:spPr>
        <p:txBody>
          <a:bodyPr wrap="square">
            <a:spAutoFit/>
          </a:bodyPr>
          <a:lstStyle>
            <a:lvl1pPr marL="0" indent="0" algn="l">
              <a:lnSpc>
                <a:spcPct val="100000"/>
              </a:lnSpc>
              <a:spcBef>
                <a:spcPts val="0"/>
              </a:spcBef>
              <a:buNone/>
              <a:defRPr sz="32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cxnSp>
        <p:nvCxnSpPr>
          <p:cNvPr id="9" name="Straight Connector 8">
            <a:extLst>
              <a:ext uri="{FF2B5EF4-FFF2-40B4-BE49-F238E27FC236}">
                <a16:creationId xmlns:a16="http://schemas.microsoft.com/office/drawing/2014/main" id="{9E27271C-B890-2326-7DF3-F203CAEE893D}"/>
              </a:ext>
              <a:ext uri="{C183D7F6-B498-43B3-948B-1728B52AA6E4}">
                <adec:decorative xmlns:adec="http://schemas.microsoft.com/office/drawing/2017/decorative" val="1"/>
              </a:ext>
            </a:extLst>
          </p:cNvPr>
          <p:cNvCxnSpPr>
            <a:cxnSpLocks/>
          </p:cNvCxnSpPr>
          <p:nvPr userDrawn="1"/>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 Placeholder 4">
            <a:extLst>
              <a:ext uri="{FF2B5EF4-FFF2-40B4-BE49-F238E27FC236}">
                <a16:creationId xmlns:a16="http://schemas.microsoft.com/office/drawing/2014/main" id="{D85101F3-610F-B09D-488F-7AA3CF707C51}"/>
              </a:ext>
            </a:extLst>
          </p:cNvPr>
          <p:cNvSpPr>
            <a:spLocks noGrp="1"/>
          </p:cNvSpPr>
          <p:nvPr>
            <p:ph type="body" sz="quarter" idx="14" hasCustomPrompt="1"/>
          </p:nvPr>
        </p:nvSpPr>
        <p:spPr>
          <a:xfrm>
            <a:off x="407989" y="4869160"/>
            <a:ext cx="5183955" cy="276999"/>
          </a:xfrm>
        </p:spPr>
        <p:txBody>
          <a:bodyPr wrap="square">
            <a:spAutoFit/>
          </a:bodyPr>
          <a:lstStyle>
            <a:lvl1pPr marL="0" indent="0">
              <a:spcBef>
                <a:spcPts val="0"/>
              </a:spcBef>
              <a:buFontTx/>
              <a:buNone/>
              <a:defRPr sz="1800">
                <a:solidFill>
                  <a:schemeClr val="tx1"/>
                </a:solidFill>
              </a:defRPr>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42334839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Black 3">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6096000" y="0"/>
            <a:ext cx="6096000" cy="6858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p:txBody>
          <a:bodyPr/>
          <a:lstStyle>
            <a:lvl1pPr>
              <a:defRPr>
                <a:solidFill>
                  <a:schemeClr val="bg1"/>
                </a:solidFill>
              </a:defRPr>
            </a:lvl1pPr>
          </a:lstStyle>
          <a:p>
            <a:r>
              <a:rPr lang="fi-FI"/>
              <a:t>06.05.2026</a:t>
            </a:r>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p:txBody>
          <a:bodyPr/>
          <a:lstStyle>
            <a:lvl1pPr>
              <a:defRPr>
                <a:solidFill>
                  <a:schemeClr val="bg1"/>
                </a:solidFill>
              </a:defRPr>
            </a:lvl1pPr>
          </a:lstStyle>
          <a:p>
            <a:r>
              <a:rPr lang="pt-BR"/>
              <a:t>Enrico Glerean (2026) CC-BY</a:t>
            </a:r>
            <a:endParaRPr lang="fi-FI"/>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5" name="Title 1">
            <a:extLst>
              <a:ext uri="{FF2B5EF4-FFF2-40B4-BE49-F238E27FC236}">
                <a16:creationId xmlns:a16="http://schemas.microsoft.com/office/drawing/2014/main" id="{1AB5AED4-B00A-C1A4-E287-ED21BF24F070}"/>
              </a:ext>
            </a:extLst>
          </p:cNvPr>
          <p:cNvSpPr>
            <a:spLocks noGrp="1"/>
          </p:cNvSpPr>
          <p:nvPr>
            <p:ph type="ctrTitle" hasCustomPrompt="1"/>
          </p:nvPr>
        </p:nvSpPr>
        <p:spPr>
          <a:xfrm>
            <a:off x="407988" y="2936558"/>
            <a:ext cx="5183956" cy="492443"/>
          </a:xfrm>
        </p:spPr>
        <p:txBody>
          <a:bodyPr wrap="square" anchor="b" anchorCtr="0">
            <a:spAutoFit/>
          </a:bodyPr>
          <a:lstStyle>
            <a:lvl1pPr algn="l">
              <a:lnSpc>
                <a:spcPct val="100000"/>
              </a:lnSpc>
              <a:defRPr sz="3200">
                <a:solidFill>
                  <a:schemeClr val="bg1"/>
                </a:solidFill>
                <a:latin typeface="+mj-lt"/>
              </a:defRPr>
            </a:lvl1pPr>
          </a:lstStyle>
          <a:p>
            <a:r>
              <a:rPr lang="en-US"/>
              <a:t>Headline</a:t>
            </a:r>
            <a:endParaRPr lang="fi-FI"/>
          </a:p>
        </p:txBody>
      </p:sp>
      <p:sp>
        <p:nvSpPr>
          <p:cNvPr id="6" name="Subtitle 2">
            <a:extLst>
              <a:ext uri="{FF2B5EF4-FFF2-40B4-BE49-F238E27FC236}">
                <a16:creationId xmlns:a16="http://schemas.microsoft.com/office/drawing/2014/main" id="{E77A74CF-552F-AD8B-EBE0-4EC31A285BF1}"/>
              </a:ext>
            </a:extLst>
          </p:cNvPr>
          <p:cNvSpPr>
            <a:spLocks noGrp="1"/>
          </p:cNvSpPr>
          <p:nvPr>
            <p:ph type="subTitle" idx="1"/>
          </p:nvPr>
        </p:nvSpPr>
        <p:spPr>
          <a:xfrm>
            <a:off x="407988" y="3429000"/>
            <a:ext cx="5183956" cy="984885"/>
          </a:xfrm>
        </p:spPr>
        <p:txBody>
          <a:bodyPr wrap="square">
            <a:spAutoFit/>
          </a:bodyPr>
          <a:lstStyle>
            <a:lvl1pPr marL="0" indent="0" algn="l">
              <a:lnSpc>
                <a:spcPct val="100000"/>
              </a:lnSpc>
              <a:spcBef>
                <a:spcPts val="0"/>
              </a:spcBef>
              <a:buNone/>
              <a:defRPr sz="32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cxnSp>
        <p:nvCxnSpPr>
          <p:cNvPr id="9" name="Straight Connector 8">
            <a:extLst>
              <a:ext uri="{FF2B5EF4-FFF2-40B4-BE49-F238E27FC236}">
                <a16:creationId xmlns:a16="http://schemas.microsoft.com/office/drawing/2014/main" id="{9E27271C-B890-2326-7DF3-F203CAEE893D}"/>
              </a:ext>
              <a:ext uri="{C183D7F6-B498-43B3-948B-1728B52AA6E4}">
                <adec:decorative xmlns:adec="http://schemas.microsoft.com/office/drawing/2017/decorative" val="1"/>
              </a:ext>
            </a:extLst>
          </p:cNvPr>
          <p:cNvCxnSpPr>
            <a:cxnSpLocks/>
          </p:cNvCxnSpPr>
          <p:nvPr userDrawn="1"/>
        </p:nvCxnSpPr>
        <p:spPr>
          <a:xfrm>
            <a:off x="407368" y="2674624"/>
            <a:ext cx="3960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 Placeholder 4">
            <a:extLst>
              <a:ext uri="{FF2B5EF4-FFF2-40B4-BE49-F238E27FC236}">
                <a16:creationId xmlns:a16="http://schemas.microsoft.com/office/drawing/2014/main" id="{D85101F3-610F-B09D-488F-7AA3CF707C51}"/>
              </a:ext>
            </a:extLst>
          </p:cNvPr>
          <p:cNvSpPr>
            <a:spLocks noGrp="1"/>
          </p:cNvSpPr>
          <p:nvPr>
            <p:ph type="body" sz="quarter" idx="14" hasCustomPrompt="1"/>
          </p:nvPr>
        </p:nvSpPr>
        <p:spPr>
          <a:xfrm>
            <a:off x="407989" y="4869160"/>
            <a:ext cx="5183955" cy="276999"/>
          </a:xfrm>
        </p:spPr>
        <p:txBody>
          <a:bodyPr wrap="square">
            <a:spAutoFit/>
          </a:bodyPr>
          <a:lstStyle>
            <a:lvl1pPr marL="0" indent="0">
              <a:spcBef>
                <a:spcPts val="0"/>
              </a:spcBef>
              <a:buFontTx/>
              <a:buNone/>
              <a:defRPr sz="1800">
                <a:solidFill>
                  <a:schemeClr val="bg1"/>
                </a:solidFill>
              </a:defRPr>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308210095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White 3">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6096000" y="0"/>
            <a:ext cx="6096000" cy="6858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p:txBody>
          <a:bodyPr/>
          <a:lstStyle>
            <a:lvl1pPr>
              <a:defRPr>
                <a:solidFill>
                  <a:schemeClr val="bg1"/>
                </a:solidFill>
              </a:defRPr>
            </a:lvl1pPr>
          </a:lstStyle>
          <a:p>
            <a:r>
              <a:rPr lang="fi-FI"/>
              <a:t>06.05.2026</a:t>
            </a:r>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p:txBody>
          <a:bodyPr/>
          <a:lstStyle>
            <a:lvl1pPr>
              <a:defRPr>
                <a:solidFill>
                  <a:schemeClr val="bg1"/>
                </a:solidFill>
              </a:defRPr>
            </a:lvl1pPr>
          </a:lstStyle>
          <a:p>
            <a:r>
              <a:rPr lang="pt-BR"/>
              <a:t>Enrico Glerean (2026) CC-BY</a:t>
            </a:r>
            <a:endParaRPr lang="fi-FI"/>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5" name="Title 1">
            <a:extLst>
              <a:ext uri="{FF2B5EF4-FFF2-40B4-BE49-F238E27FC236}">
                <a16:creationId xmlns:a16="http://schemas.microsoft.com/office/drawing/2014/main" id="{1AB5AED4-B00A-C1A4-E287-ED21BF24F070}"/>
              </a:ext>
            </a:extLst>
          </p:cNvPr>
          <p:cNvSpPr>
            <a:spLocks noGrp="1"/>
          </p:cNvSpPr>
          <p:nvPr>
            <p:ph type="ctrTitle" hasCustomPrompt="1"/>
          </p:nvPr>
        </p:nvSpPr>
        <p:spPr>
          <a:xfrm>
            <a:off x="407988" y="2936558"/>
            <a:ext cx="5183956" cy="492443"/>
          </a:xfrm>
        </p:spPr>
        <p:txBody>
          <a:bodyPr wrap="square" anchor="b" anchorCtr="0">
            <a:spAutoFit/>
          </a:bodyPr>
          <a:lstStyle>
            <a:lvl1pPr algn="l">
              <a:lnSpc>
                <a:spcPct val="100000"/>
              </a:lnSpc>
              <a:defRPr sz="3200">
                <a:solidFill>
                  <a:schemeClr val="tx1"/>
                </a:solidFill>
                <a:latin typeface="+mj-lt"/>
              </a:defRPr>
            </a:lvl1pPr>
          </a:lstStyle>
          <a:p>
            <a:r>
              <a:rPr lang="en-US"/>
              <a:t>Headline</a:t>
            </a:r>
            <a:endParaRPr lang="fi-FI"/>
          </a:p>
        </p:txBody>
      </p:sp>
      <p:sp>
        <p:nvSpPr>
          <p:cNvPr id="6" name="Subtitle 2">
            <a:extLst>
              <a:ext uri="{FF2B5EF4-FFF2-40B4-BE49-F238E27FC236}">
                <a16:creationId xmlns:a16="http://schemas.microsoft.com/office/drawing/2014/main" id="{E77A74CF-552F-AD8B-EBE0-4EC31A285BF1}"/>
              </a:ext>
            </a:extLst>
          </p:cNvPr>
          <p:cNvSpPr>
            <a:spLocks noGrp="1"/>
          </p:cNvSpPr>
          <p:nvPr>
            <p:ph type="subTitle" idx="1"/>
          </p:nvPr>
        </p:nvSpPr>
        <p:spPr>
          <a:xfrm>
            <a:off x="407988" y="3429000"/>
            <a:ext cx="5183956" cy="984885"/>
          </a:xfrm>
        </p:spPr>
        <p:txBody>
          <a:bodyPr wrap="square">
            <a:spAutoFit/>
          </a:bodyPr>
          <a:lstStyle>
            <a:lvl1pPr marL="0" indent="0" algn="l">
              <a:lnSpc>
                <a:spcPct val="100000"/>
              </a:lnSpc>
              <a:spcBef>
                <a:spcPts val="0"/>
              </a:spcBef>
              <a:buNone/>
              <a:defRPr sz="32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cxnSp>
        <p:nvCxnSpPr>
          <p:cNvPr id="9" name="Straight Connector 8">
            <a:extLst>
              <a:ext uri="{FF2B5EF4-FFF2-40B4-BE49-F238E27FC236}">
                <a16:creationId xmlns:a16="http://schemas.microsoft.com/office/drawing/2014/main" id="{9E27271C-B890-2326-7DF3-F203CAEE893D}"/>
              </a:ext>
              <a:ext uri="{C183D7F6-B498-43B3-948B-1728B52AA6E4}">
                <adec:decorative xmlns:adec="http://schemas.microsoft.com/office/drawing/2017/decorative" val="1"/>
              </a:ext>
            </a:extLst>
          </p:cNvPr>
          <p:cNvCxnSpPr>
            <a:cxnSpLocks/>
          </p:cNvCxnSpPr>
          <p:nvPr userDrawn="1"/>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 Placeholder 4">
            <a:extLst>
              <a:ext uri="{FF2B5EF4-FFF2-40B4-BE49-F238E27FC236}">
                <a16:creationId xmlns:a16="http://schemas.microsoft.com/office/drawing/2014/main" id="{D85101F3-610F-B09D-488F-7AA3CF707C51}"/>
              </a:ext>
            </a:extLst>
          </p:cNvPr>
          <p:cNvSpPr>
            <a:spLocks noGrp="1"/>
          </p:cNvSpPr>
          <p:nvPr>
            <p:ph type="body" sz="quarter" idx="14" hasCustomPrompt="1"/>
          </p:nvPr>
        </p:nvSpPr>
        <p:spPr>
          <a:xfrm>
            <a:off x="407989" y="4869160"/>
            <a:ext cx="5183955" cy="276999"/>
          </a:xfrm>
        </p:spPr>
        <p:txBody>
          <a:bodyPr wrap="square">
            <a:spAutoFit/>
          </a:bodyPr>
          <a:lstStyle>
            <a:lvl1pPr marL="0" indent="0">
              <a:spcBef>
                <a:spcPts val="0"/>
              </a:spcBef>
              <a:buFontTx/>
              <a:buNone/>
              <a:defRPr sz="1800">
                <a:solidFill>
                  <a:schemeClr val="tx1"/>
                </a:solidFill>
              </a:defRPr>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333733037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ext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r>
              <a:rPr lang="fi-FI"/>
              <a:t>06.05.2026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Text Placeholder 7">
            <a:extLst>
              <a:ext uri="{FF2B5EF4-FFF2-40B4-BE49-F238E27FC236}">
                <a16:creationId xmlns:a16="http://schemas.microsoft.com/office/drawing/2014/main" id="{E151617C-A1F8-7D62-64C2-33C28BF06EE7}"/>
              </a:ext>
            </a:extLst>
          </p:cNvPr>
          <p:cNvSpPr>
            <a:spLocks noGrp="1"/>
          </p:cNvSpPr>
          <p:nvPr>
            <p:ph type="body" sz="quarter" idx="13"/>
          </p:nvPr>
        </p:nvSpPr>
        <p:spPr>
          <a:xfrm>
            <a:off x="1055688" y="2205039"/>
            <a:ext cx="10080625" cy="3671886"/>
          </a:xfrm>
        </p:spPr>
        <p:txBody>
          <a:bodyPr/>
          <a:lstStyle>
            <a:lvl1pPr>
              <a:defRPr sz="28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7796052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Text Content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lvl1pPr>
              <a:defRPr>
                <a:solidFill>
                  <a:schemeClr val="bg1"/>
                </a:solidFill>
              </a:defRPr>
            </a:lvl1pPr>
          </a:lstStyle>
          <a:p>
            <a:r>
              <a:rPr lang="fi-FI"/>
              <a:t>06.05.2026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lvl1pPr>
              <a:defRPr>
                <a:solidFill>
                  <a:schemeClr val="bg1"/>
                </a:solidFill>
              </a:defRPr>
            </a:lvl1pPr>
          </a:lstStyle>
          <a:p>
            <a:r>
              <a:rPr lang="pt-BR"/>
              <a:t>Enrico Glerean (2026)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8" name="Text Placeholder 7">
            <a:extLst>
              <a:ext uri="{FF2B5EF4-FFF2-40B4-BE49-F238E27FC236}">
                <a16:creationId xmlns:a16="http://schemas.microsoft.com/office/drawing/2014/main" id="{E151617C-A1F8-7D62-64C2-33C28BF06EE7}"/>
              </a:ext>
            </a:extLst>
          </p:cNvPr>
          <p:cNvSpPr>
            <a:spLocks noGrp="1"/>
          </p:cNvSpPr>
          <p:nvPr>
            <p:ph type="body" sz="quarter" idx="13"/>
          </p:nvPr>
        </p:nvSpPr>
        <p:spPr>
          <a:xfrm>
            <a:off x="1055688" y="2205039"/>
            <a:ext cx="10080625" cy="3671886"/>
          </a:xfrm>
        </p:spPr>
        <p:txBody>
          <a:bodyPr/>
          <a:lstStyle>
            <a:lvl1pPr>
              <a:defRPr sz="2800">
                <a:solidFill>
                  <a:schemeClr val="bg1"/>
                </a:solidFill>
              </a:defRPr>
            </a:lvl1pPr>
            <a:lvl2pPr>
              <a:defRPr sz="20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reeform 5">
            <a:extLst>
              <a:ext uri="{FF2B5EF4-FFF2-40B4-BE49-F238E27FC236}">
                <a16:creationId xmlns:a16="http://schemas.microsoft.com/office/drawing/2014/main" id="{1290A9EE-B882-1AC8-FB03-9E891579AE36}"/>
              </a:ext>
              <a:ext uri="{C183D7F6-B498-43B3-948B-1728B52AA6E4}">
                <adec:decorative xmlns:adec="http://schemas.microsoft.com/office/drawing/2017/decorative" val="1"/>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Tree>
    <p:extLst>
      <p:ext uri="{BB962C8B-B14F-4D97-AF65-F5344CB8AC3E}">
        <p14:creationId xmlns:p14="http://schemas.microsoft.com/office/powerpoint/2010/main" val="33482291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ext Content Blu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r>
              <a:rPr lang="fi-FI"/>
              <a:t>06.05.2026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Text Placeholder 7">
            <a:extLst>
              <a:ext uri="{FF2B5EF4-FFF2-40B4-BE49-F238E27FC236}">
                <a16:creationId xmlns:a16="http://schemas.microsoft.com/office/drawing/2014/main" id="{E151617C-A1F8-7D62-64C2-33C28BF06EE7}"/>
              </a:ext>
            </a:extLst>
          </p:cNvPr>
          <p:cNvSpPr>
            <a:spLocks noGrp="1"/>
          </p:cNvSpPr>
          <p:nvPr>
            <p:ph type="body" sz="quarter" idx="13"/>
          </p:nvPr>
        </p:nvSpPr>
        <p:spPr>
          <a:xfrm>
            <a:off x="1055688" y="2205039"/>
            <a:ext cx="10080625" cy="3671886"/>
          </a:xfrm>
        </p:spPr>
        <p:txBody>
          <a:bodyPr/>
          <a:lstStyle>
            <a:lvl1pPr>
              <a:defRPr sz="28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361333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ext Content 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r>
              <a:rPr lang="fi-FI"/>
              <a:t>06.05.2026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Text Placeholder 7">
            <a:extLst>
              <a:ext uri="{FF2B5EF4-FFF2-40B4-BE49-F238E27FC236}">
                <a16:creationId xmlns:a16="http://schemas.microsoft.com/office/drawing/2014/main" id="{E151617C-A1F8-7D62-64C2-33C28BF06EE7}"/>
              </a:ext>
            </a:extLst>
          </p:cNvPr>
          <p:cNvSpPr>
            <a:spLocks noGrp="1"/>
          </p:cNvSpPr>
          <p:nvPr>
            <p:ph type="body" sz="quarter" idx="13"/>
          </p:nvPr>
        </p:nvSpPr>
        <p:spPr>
          <a:xfrm>
            <a:off x="1055688" y="2205039"/>
            <a:ext cx="10080625" cy="3671886"/>
          </a:xfrm>
        </p:spPr>
        <p:txBody>
          <a:bodyPr/>
          <a:lstStyle>
            <a:lvl1pPr>
              <a:defRPr sz="28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2163186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ext Content Yellow">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r>
              <a:rPr lang="fi-FI"/>
              <a:t>06.05.2026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Text Placeholder 7">
            <a:extLst>
              <a:ext uri="{FF2B5EF4-FFF2-40B4-BE49-F238E27FC236}">
                <a16:creationId xmlns:a16="http://schemas.microsoft.com/office/drawing/2014/main" id="{E151617C-A1F8-7D62-64C2-33C28BF06EE7}"/>
              </a:ext>
            </a:extLst>
          </p:cNvPr>
          <p:cNvSpPr>
            <a:spLocks noGrp="1"/>
          </p:cNvSpPr>
          <p:nvPr>
            <p:ph type="body" sz="quarter" idx="13"/>
          </p:nvPr>
        </p:nvSpPr>
        <p:spPr>
          <a:xfrm>
            <a:off x="1055688" y="2205039"/>
            <a:ext cx="10080625" cy="3671886"/>
          </a:xfrm>
        </p:spPr>
        <p:txBody>
          <a:bodyPr/>
          <a:lstStyle>
            <a:lvl1pPr>
              <a:defRPr sz="28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1576465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Bullets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DF6D14CD-046B-4F4C-C56E-9224E5C28466}"/>
              </a:ext>
            </a:extLst>
          </p:cNvPr>
          <p:cNvSpPr>
            <a:spLocks noGrp="1"/>
          </p:cNvSpPr>
          <p:nvPr>
            <p:ph idx="1"/>
          </p:nvPr>
        </p:nvSpPr>
        <p:spPr>
          <a:xfrm>
            <a:off x="1055688" y="2205037"/>
            <a:ext cx="10080625" cy="3671887"/>
          </a:xfrm>
        </p:spPr>
        <p:txBody>
          <a:bodyPr/>
          <a:lstStyle>
            <a:lvl1pPr marL="269875" indent="-269875">
              <a:buFont typeface="Arial" panose="020B0604020202020204" pitchFamily="34" charset="0"/>
              <a:buChar char="•"/>
              <a:defRPr/>
            </a:lvl1pPr>
            <a:lvl2pPr marL="539750" indent="-266700">
              <a:defRPr/>
            </a:lvl2pPr>
            <a:lvl3pPr marL="808038" indent="-276225">
              <a:defRPr/>
            </a:lvl3pPr>
            <a:lvl4pPr marL="1077913" indent="-266700">
              <a:defRPr/>
            </a:lvl4pPr>
            <a:lvl5pPr marL="1347788" indent="-266700">
              <a:defRPr/>
            </a:lvl5pPr>
            <a:lvl6pPr marL="1617663" indent="-266700">
              <a:defRPr/>
            </a:lvl6pPr>
            <a:lvl7pPr marL="1885950" indent="-276225">
              <a:defRPr/>
            </a:lvl7pPr>
            <a:lvl8pPr marL="2155825" indent="-266700">
              <a:defRPr/>
            </a:lvl8pPr>
            <a:lvl9pPr marL="2425700" indent="-26670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r>
              <a:rPr lang="fi-FI"/>
              <a:t>06.05.2026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Tree>
    <p:extLst>
      <p:ext uri="{BB962C8B-B14F-4D97-AF65-F5344CB8AC3E}">
        <p14:creationId xmlns:p14="http://schemas.microsoft.com/office/powerpoint/2010/main" val="17207547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obj" preserve="1">
  <p:cSld name="Bullets and Content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fi-FI"/>
          </a:p>
        </p:txBody>
      </p:sp>
      <p:sp>
        <p:nvSpPr>
          <p:cNvPr id="3" name="Content Placeholder 2">
            <a:extLst>
              <a:ext uri="{FF2B5EF4-FFF2-40B4-BE49-F238E27FC236}">
                <a16:creationId xmlns:a16="http://schemas.microsoft.com/office/drawing/2014/main" id="{DF6D14CD-046B-4F4C-C56E-9224E5C28466}"/>
              </a:ext>
            </a:extLst>
          </p:cNvPr>
          <p:cNvSpPr>
            <a:spLocks noGrp="1"/>
          </p:cNvSpPr>
          <p:nvPr>
            <p:ph idx="1"/>
          </p:nvPr>
        </p:nvSpPr>
        <p:spPr>
          <a:xfrm>
            <a:off x="1055688" y="2205037"/>
            <a:ext cx="10080625" cy="3671887"/>
          </a:xfrm>
        </p:spPr>
        <p:txBody>
          <a:bodyPr/>
          <a:lstStyle>
            <a:lvl1pPr marL="269875" indent="-269875">
              <a:buFont typeface="Arial" panose="020B0604020202020204" pitchFamily="34" charset="0"/>
              <a:buChar char="•"/>
              <a:defRPr>
                <a:solidFill>
                  <a:schemeClr val="bg1"/>
                </a:solidFill>
              </a:defRPr>
            </a:lvl1pPr>
            <a:lvl2pPr marL="539750" indent="-266700">
              <a:defRPr>
                <a:solidFill>
                  <a:schemeClr val="bg1"/>
                </a:solidFill>
              </a:defRPr>
            </a:lvl2pPr>
            <a:lvl3pPr marL="808038" indent="-276225">
              <a:defRPr>
                <a:solidFill>
                  <a:schemeClr val="bg1"/>
                </a:solidFill>
              </a:defRPr>
            </a:lvl3pPr>
            <a:lvl4pPr marL="1077913" indent="-266700">
              <a:defRPr>
                <a:solidFill>
                  <a:schemeClr val="bg1"/>
                </a:solidFill>
              </a:defRPr>
            </a:lvl4pPr>
            <a:lvl5pPr marL="1347788" indent="-266700">
              <a:defRPr>
                <a:solidFill>
                  <a:schemeClr val="bg1"/>
                </a:solidFill>
              </a:defRPr>
            </a:lvl5pPr>
            <a:lvl6pPr marL="1617663" indent="-266700">
              <a:defRPr>
                <a:solidFill>
                  <a:schemeClr val="bg1"/>
                </a:solidFill>
              </a:defRPr>
            </a:lvl6pPr>
            <a:lvl7pPr marL="1885950" indent="-276225">
              <a:defRPr>
                <a:solidFill>
                  <a:schemeClr val="bg1"/>
                </a:solidFill>
              </a:defRPr>
            </a:lvl7pPr>
            <a:lvl8pPr marL="2155825" indent="-266700">
              <a:defRPr>
                <a:solidFill>
                  <a:schemeClr val="bg1"/>
                </a:solidFill>
              </a:defRPr>
            </a:lvl8pPr>
            <a:lvl9pPr marL="2425700" indent="-266700">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lvl1pPr>
              <a:defRPr>
                <a:solidFill>
                  <a:schemeClr val="bg1"/>
                </a:solidFill>
              </a:defRPr>
            </a:lvl1pPr>
          </a:lstStyle>
          <a:p>
            <a:r>
              <a:rPr lang="fi-FI"/>
              <a:t>06.05.2026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lvl1pPr>
              <a:defRPr>
                <a:solidFill>
                  <a:schemeClr val="bg1"/>
                </a:solidFill>
              </a:defRPr>
            </a:lvl1pPr>
          </a:lstStyle>
          <a:p>
            <a:r>
              <a:rPr lang="pt-BR"/>
              <a:t>Enrico Glerean (2026)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7" name="Freeform 5">
            <a:extLst>
              <a:ext uri="{FF2B5EF4-FFF2-40B4-BE49-F238E27FC236}">
                <a16:creationId xmlns:a16="http://schemas.microsoft.com/office/drawing/2014/main" id="{E925B5BF-537D-28C4-E616-ABEDC53298DE}"/>
              </a:ext>
              <a:ext uri="{C183D7F6-B498-43B3-948B-1728B52AA6E4}">
                <adec:decorative xmlns:adec="http://schemas.microsoft.com/office/drawing/2017/decorative" val="1"/>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Tree>
    <p:extLst>
      <p:ext uri="{BB962C8B-B14F-4D97-AF65-F5344CB8AC3E}">
        <p14:creationId xmlns:p14="http://schemas.microsoft.com/office/powerpoint/2010/main" val="235837201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Bullets and Content Blu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DF6D14CD-046B-4F4C-C56E-9224E5C28466}"/>
              </a:ext>
            </a:extLst>
          </p:cNvPr>
          <p:cNvSpPr>
            <a:spLocks noGrp="1"/>
          </p:cNvSpPr>
          <p:nvPr>
            <p:ph idx="1"/>
          </p:nvPr>
        </p:nvSpPr>
        <p:spPr>
          <a:xfrm>
            <a:off x="1055688" y="2205037"/>
            <a:ext cx="10080625" cy="3671887"/>
          </a:xfrm>
        </p:spPr>
        <p:txBody>
          <a:bodyPr/>
          <a:lstStyle>
            <a:lvl1pPr marL="269875" indent="-269875">
              <a:buFont typeface="Arial" panose="020B0604020202020204" pitchFamily="34" charset="0"/>
              <a:buChar char="•"/>
              <a:defRPr/>
            </a:lvl1pPr>
            <a:lvl2pPr marL="539750" indent="-266700">
              <a:defRPr/>
            </a:lvl2pPr>
            <a:lvl3pPr marL="808038" indent="-276225">
              <a:defRPr/>
            </a:lvl3pPr>
            <a:lvl4pPr marL="1077913" indent="-266700">
              <a:defRPr/>
            </a:lvl4pPr>
            <a:lvl5pPr marL="1347788" indent="-266700">
              <a:defRPr/>
            </a:lvl5pPr>
            <a:lvl6pPr marL="1617663" indent="-266700">
              <a:defRPr/>
            </a:lvl6pPr>
            <a:lvl7pPr marL="1885950" indent="-276225">
              <a:defRPr/>
            </a:lvl7pPr>
            <a:lvl8pPr marL="2155825" indent="-266700">
              <a:defRPr/>
            </a:lvl8pPr>
            <a:lvl9pPr marL="2425700" indent="-26670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r>
              <a:rPr lang="fi-FI"/>
              <a:t>06.05.2026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Tree>
    <p:extLst>
      <p:ext uri="{BB962C8B-B14F-4D97-AF65-F5344CB8AC3E}">
        <p14:creationId xmlns:p14="http://schemas.microsoft.com/office/powerpoint/2010/main" val="212270237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Bullets and Content 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DF6D14CD-046B-4F4C-C56E-9224E5C28466}"/>
              </a:ext>
            </a:extLst>
          </p:cNvPr>
          <p:cNvSpPr>
            <a:spLocks noGrp="1"/>
          </p:cNvSpPr>
          <p:nvPr>
            <p:ph idx="1"/>
          </p:nvPr>
        </p:nvSpPr>
        <p:spPr>
          <a:xfrm>
            <a:off x="1055688" y="2205037"/>
            <a:ext cx="10080625" cy="3671887"/>
          </a:xfrm>
        </p:spPr>
        <p:txBody>
          <a:bodyPr/>
          <a:lstStyle>
            <a:lvl1pPr marL="269875" indent="-269875">
              <a:buFont typeface="Arial" panose="020B0604020202020204" pitchFamily="34" charset="0"/>
              <a:buChar char="•"/>
              <a:defRPr/>
            </a:lvl1pPr>
            <a:lvl2pPr marL="539750" indent="-266700">
              <a:defRPr/>
            </a:lvl2pPr>
            <a:lvl3pPr marL="808038" indent="-276225">
              <a:defRPr/>
            </a:lvl3pPr>
            <a:lvl4pPr marL="1077913" indent="-266700">
              <a:defRPr/>
            </a:lvl4pPr>
            <a:lvl5pPr marL="1347788" indent="-266700">
              <a:defRPr/>
            </a:lvl5pPr>
            <a:lvl6pPr marL="1617663" indent="-266700">
              <a:defRPr/>
            </a:lvl6pPr>
            <a:lvl7pPr marL="1885950" indent="-276225">
              <a:defRPr/>
            </a:lvl7pPr>
            <a:lvl8pPr marL="2155825" indent="-266700">
              <a:defRPr/>
            </a:lvl8pPr>
            <a:lvl9pPr marL="2425700" indent="-26670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r>
              <a:rPr lang="fi-FI"/>
              <a:t>06.05.2026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Tree>
    <p:extLst>
      <p:ext uri="{BB962C8B-B14F-4D97-AF65-F5344CB8AC3E}">
        <p14:creationId xmlns:p14="http://schemas.microsoft.com/office/powerpoint/2010/main" val="10967976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Bullets and Content Yellow">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DF6D14CD-046B-4F4C-C56E-9224E5C28466}"/>
              </a:ext>
            </a:extLst>
          </p:cNvPr>
          <p:cNvSpPr>
            <a:spLocks noGrp="1"/>
          </p:cNvSpPr>
          <p:nvPr>
            <p:ph idx="1"/>
          </p:nvPr>
        </p:nvSpPr>
        <p:spPr>
          <a:xfrm>
            <a:off x="1055688" y="2205037"/>
            <a:ext cx="10080625" cy="3671887"/>
          </a:xfrm>
        </p:spPr>
        <p:txBody>
          <a:bodyPr/>
          <a:lstStyle>
            <a:lvl1pPr marL="269875" indent="-269875">
              <a:buFont typeface="Arial" panose="020B0604020202020204" pitchFamily="34" charset="0"/>
              <a:buChar char="•"/>
              <a:defRPr/>
            </a:lvl1pPr>
            <a:lvl2pPr marL="539750" indent="-266700">
              <a:defRPr/>
            </a:lvl2pPr>
            <a:lvl3pPr marL="808038" indent="-276225">
              <a:defRPr/>
            </a:lvl3pPr>
            <a:lvl4pPr marL="1077913" indent="-266700">
              <a:defRPr/>
            </a:lvl4pPr>
            <a:lvl5pPr marL="1347788" indent="-266700">
              <a:defRPr/>
            </a:lvl5pPr>
            <a:lvl6pPr marL="1617663" indent="-266700">
              <a:defRPr/>
            </a:lvl6pPr>
            <a:lvl7pPr marL="1885950" indent="-276225">
              <a:defRPr/>
            </a:lvl7pPr>
            <a:lvl8pPr marL="2155825" indent="-266700">
              <a:defRPr/>
            </a:lvl8pPr>
            <a:lvl9pPr marL="2425700" indent="-26670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r>
              <a:rPr lang="fi-FI"/>
              <a:t>06.05.2026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Tree>
    <p:extLst>
      <p:ext uri="{BB962C8B-B14F-4D97-AF65-F5344CB8AC3E}">
        <p14:creationId xmlns:p14="http://schemas.microsoft.com/office/powerpoint/2010/main" val="99084798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wo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06.05.2026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(2026)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Content Placeholder 2">
            <a:extLst>
              <a:ext uri="{FF2B5EF4-FFF2-40B4-BE49-F238E27FC236}">
                <a16:creationId xmlns:a16="http://schemas.microsoft.com/office/drawing/2014/main" id="{8E3AF440-5C52-ECEB-B15D-EBBA951D8C64}"/>
              </a:ext>
            </a:extLst>
          </p:cNvPr>
          <p:cNvSpPr>
            <a:spLocks noGrp="1"/>
          </p:cNvSpPr>
          <p:nvPr>
            <p:ph sz="half" idx="1"/>
          </p:nvPr>
        </p:nvSpPr>
        <p:spPr>
          <a:xfrm>
            <a:off x="1055688"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9" name="Content Placeholder 3">
            <a:extLst>
              <a:ext uri="{FF2B5EF4-FFF2-40B4-BE49-F238E27FC236}">
                <a16:creationId xmlns:a16="http://schemas.microsoft.com/office/drawing/2014/main" id="{F2689DE4-F150-1AC4-080E-1FC4078AEBAD}"/>
              </a:ext>
            </a:extLst>
          </p:cNvPr>
          <p:cNvSpPr>
            <a:spLocks noGrp="1"/>
          </p:cNvSpPr>
          <p:nvPr>
            <p:ph sz="half" idx="2"/>
          </p:nvPr>
        </p:nvSpPr>
        <p:spPr>
          <a:xfrm>
            <a:off x="6240016"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124126351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Two Content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lvl1pPr>
              <a:defRPr>
                <a:solidFill>
                  <a:schemeClr val="bg1"/>
                </a:solidFill>
              </a:defRPr>
            </a:lvl1pPr>
          </a:lstStyle>
          <a:p>
            <a:r>
              <a:rPr lang="fi-FI"/>
              <a:t>06.05.2026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lvl1pPr>
              <a:defRPr>
                <a:solidFill>
                  <a:schemeClr val="bg1"/>
                </a:solidFill>
              </a:defRPr>
            </a:lvl1pPr>
          </a:lstStyle>
          <a:p>
            <a:r>
              <a:rPr lang="pt-BR"/>
              <a:t>Enrico Glerean (2026)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8" name="Content Placeholder 2">
            <a:extLst>
              <a:ext uri="{FF2B5EF4-FFF2-40B4-BE49-F238E27FC236}">
                <a16:creationId xmlns:a16="http://schemas.microsoft.com/office/drawing/2014/main" id="{8E3AF440-5C52-ECEB-B15D-EBBA951D8C64}"/>
              </a:ext>
            </a:extLst>
          </p:cNvPr>
          <p:cNvSpPr>
            <a:spLocks noGrp="1"/>
          </p:cNvSpPr>
          <p:nvPr>
            <p:ph sz="half" idx="1"/>
          </p:nvPr>
        </p:nvSpPr>
        <p:spPr>
          <a:xfrm>
            <a:off x="1055688" y="2205037"/>
            <a:ext cx="4896296" cy="367188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9" name="Content Placeholder 3">
            <a:extLst>
              <a:ext uri="{FF2B5EF4-FFF2-40B4-BE49-F238E27FC236}">
                <a16:creationId xmlns:a16="http://schemas.microsoft.com/office/drawing/2014/main" id="{F2689DE4-F150-1AC4-080E-1FC4078AEBAD}"/>
              </a:ext>
            </a:extLst>
          </p:cNvPr>
          <p:cNvSpPr>
            <a:spLocks noGrp="1"/>
          </p:cNvSpPr>
          <p:nvPr>
            <p:ph sz="half" idx="2"/>
          </p:nvPr>
        </p:nvSpPr>
        <p:spPr>
          <a:xfrm>
            <a:off x="6240016" y="2205037"/>
            <a:ext cx="4896296" cy="367188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3" name="Freeform 5">
            <a:extLst>
              <a:ext uri="{FF2B5EF4-FFF2-40B4-BE49-F238E27FC236}">
                <a16:creationId xmlns:a16="http://schemas.microsoft.com/office/drawing/2014/main" id="{18D0D236-0E9F-85F5-9BC1-6B8DF3DB5124}"/>
              </a:ext>
              <a:ext uri="{C183D7F6-B498-43B3-948B-1728B52AA6E4}">
                <adec:decorative xmlns:adec="http://schemas.microsoft.com/office/drawing/2017/decorative" val="1"/>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Tree>
    <p:extLst>
      <p:ext uri="{BB962C8B-B14F-4D97-AF65-F5344CB8AC3E}">
        <p14:creationId xmlns:p14="http://schemas.microsoft.com/office/powerpoint/2010/main" val="348865248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wo Content Blu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06.05.2026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(2026)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Content Placeholder 2">
            <a:extLst>
              <a:ext uri="{FF2B5EF4-FFF2-40B4-BE49-F238E27FC236}">
                <a16:creationId xmlns:a16="http://schemas.microsoft.com/office/drawing/2014/main" id="{8E3AF440-5C52-ECEB-B15D-EBBA951D8C64}"/>
              </a:ext>
            </a:extLst>
          </p:cNvPr>
          <p:cNvSpPr>
            <a:spLocks noGrp="1"/>
          </p:cNvSpPr>
          <p:nvPr>
            <p:ph sz="half" idx="1"/>
          </p:nvPr>
        </p:nvSpPr>
        <p:spPr>
          <a:xfrm>
            <a:off x="1055688"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9" name="Content Placeholder 3">
            <a:extLst>
              <a:ext uri="{FF2B5EF4-FFF2-40B4-BE49-F238E27FC236}">
                <a16:creationId xmlns:a16="http://schemas.microsoft.com/office/drawing/2014/main" id="{F2689DE4-F150-1AC4-080E-1FC4078AEBAD}"/>
              </a:ext>
            </a:extLst>
          </p:cNvPr>
          <p:cNvSpPr>
            <a:spLocks noGrp="1"/>
          </p:cNvSpPr>
          <p:nvPr>
            <p:ph sz="half" idx="2"/>
          </p:nvPr>
        </p:nvSpPr>
        <p:spPr>
          <a:xfrm>
            <a:off x="6240016"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244336408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wo Content 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06.05.2026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(2026)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Content Placeholder 2">
            <a:extLst>
              <a:ext uri="{FF2B5EF4-FFF2-40B4-BE49-F238E27FC236}">
                <a16:creationId xmlns:a16="http://schemas.microsoft.com/office/drawing/2014/main" id="{8E3AF440-5C52-ECEB-B15D-EBBA951D8C64}"/>
              </a:ext>
            </a:extLst>
          </p:cNvPr>
          <p:cNvSpPr>
            <a:spLocks noGrp="1"/>
          </p:cNvSpPr>
          <p:nvPr>
            <p:ph sz="half" idx="1"/>
          </p:nvPr>
        </p:nvSpPr>
        <p:spPr>
          <a:xfrm>
            <a:off x="1055688"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9" name="Content Placeholder 3">
            <a:extLst>
              <a:ext uri="{FF2B5EF4-FFF2-40B4-BE49-F238E27FC236}">
                <a16:creationId xmlns:a16="http://schemas.microsoft.com/office/drawing/2014/main" id="{F2689DE4-F150-1AC4-080E-1FC4078AEBAD}"/>
              </a:ext>
            </a:extLst>
          </p:cNvPr>
          <p:cNvSpPr>
            <a:spLocks noGrp="1"/>
          </p:cNvSpPr>
          <p:nvPr>
            <p:ph sz="half" idx="2"/>
          </p:nvPr>
        </p:nvSpPr>
        <p:spPr>
          <a:xfrm>
            <a:off x="6240016"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252777387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Two Content Yellow">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06.05.2026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(2026)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Content Placeholder 2">
            <a:extLst>
              <a:ext uri="{FF2B5EF4-FFF2-40B4-BE49-F238E27FC236}">
                <a16:creationId xmlns:a16="http://schemas.microsoft.com/office/drawing/2014/main" id="{8E3AF440-5C52-ECEB-B15D-EBBA951D8C64}"/>
              </a:ext>
            </a:extLst>
          </p:cNvPr>
          <p:cNvSpPr>
            <a:spLocks noGrp="1"/>
          </p:cNvSpPr>
          <p:nvPr>
            <p:ph sz="half" idx="1"/>
          </p:nvPr>
        </p:nvSpPr>
        <p:spPr>
          <a:xfrm>
            <a:off x="1055688"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9" name="Content Placeholder 3">
            <a:extLst>
              <a:ext uri="{FF2B5EF4-FFF2-40B4-BE49-F238E27FC236}">
                <a16:creationId xmlns:a16="http://schemas.microsoft.com/office/drawing/2014/main" id="{F2689DE4-F150-1AC4-080E-1FC4078AEBAD}"/>
              </a:ext>
            </a:extLst>
          </p:cNvPr>
          <p:cNvSpPr>
            <a:spLocks noGrp="1"/>
          </p:cNvSpPr>
          <p:nvPr>
            <p:ph sz="half" idx="2"/>
          </p:nvPr>
        </p:nvSpPr>
        <p:spPr>
          <a:xfrm>
            <a:off x="6240016"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273673179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hree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1055688" y="2205037"/>
            <a:ext cx="3168104"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Content Placeholder 3">
            <a:extLst>
              <a:ext uri="{FF2B5EF4-FFF2-40B4-BE49-F238E27FC236}">
                <a16:creationId xmlns:a16="http://schemas.microsoft.com/office/drawing/2014/main" id="{9BB0BFA1-AAA3-B436-0EE2-E469AA3932D9}"/>
              </a:ext>
            </a:extLst>
          </p:cNvPr>
          <p:cNvSpPr>
            <a:spLocks noGrp="1"/>
          </p:cNvSpPr>
          <p:nvPr>
            <p:ph sz="half" idx="2"/>
          </p:nvPr>
        </p:nvSpPr>
        <p:spPr>
          <a:xfrm>
            <a:off x="4511825" y="2205037"/>
            <a:ext cx="3168352"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06.05.2026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(2026)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12" name="Content Placeholder 3">
            <a:extLst>
              <a:ext uri="{FF2B5EF4-FFF2-40B4-BE49-F238E27FC236}">
                <a16:creationId xmlns:a16="http://schemas.microsoft.com/office/drawing/2014/main" id="{D2A1A8FC-ED18-02E4-A33A-C74DEBE3A1BD}"/>
              </a:ext>
            </a:extLst>
          </p:cNvPr>
          <p:cNvSpPr>
            <a:spLocks noGrp="1"/>
          </p:cNvSpPr>
          <p:nvPr>
            <p:ph sz="half" idx="13"/>
          </p:nvPr>
        </p:nvSpPr>
        <p:spPr>
          <a:xfrm>
            <a:off x="7968208" y="2205037"/>
            <a:ext cx="3168105"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39116233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Three Content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1055688" y="2205037"/>
            <a:ext cx="3168104" cy="367188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Content Placeholder 3">
            <a:extLst>
              <a:ext uri="{FF2B5EF4-FFF2-40B4-BE49-F238E27FC236}">
                <a16:creationId xmlns:a16="http://schemas.microsoft.com/office/drawing/2014/main" id="{9BB0BFA1-AAA3-B436-0EE2-E469AA3932D9}"/>
              </a:ext>
            </a:extLst>
          </p:cNvPr>
          <p:cNvSpPr>
            <a:spLocks noGrp="1"/>
          </p:cNvSpPr>
          <p:nvPr>
            <p:ph sz="half" idx="2"/>
          </p:nvPr>
        </p:nvSpPr>
        <p:spPr>
          <a:xfrm>
            <a:off x="4511825" y="2205037"/>
            <a:ext cx="3168352" cy="367188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lvl1pPr>
              <a:defRPr>
                <a:solidFill>
                  <a:schemeClr val="bg1"/>
                </a:solidFill>
              </a:defRPr>
            </a:lvl1pPr>
          </a:lstStyle>
          <a:p>
            <a:r>
              <a:rPr lang="fi-FI"/>
              <a:t>06.05.2026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lvl1pPr>
              <a:defRPr>
                <a:solidFill>
                  <a:schemeClr val="bg1"/>
                </a:solidFill>
              </a:defRPr>
            </a:lvl1pPr>
          </a:lstStyle>
          <a:p>
            <a:r>
              <a:rPr lang="pt-BR"/>
              <a:t>Enrico Glerean (2026)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12" name="Content Placeholder 3">
            <a:extLst>
              <a:ext uri="{FF2B5EF4-FFF2-40B4-BE49-F238E27FC236}">
                <a16:creationId xmlns:a16="http://schemas.microsoft.com/office/drawing/2014/main" id="{D2A1A8FC-ED18-02E4-A33A-C74DEBE3A1BD}"/>
              </a:ext>
            </a:extLst>
          </p:cNvPr>
          <p:cNvSpPr>
            <a:spLocks noGrp="1"/>
          </p:cNvSpPr>
          <p:nvPr>
            <p:ph sz="half" idx="13"/>
          </p:nvPr>
        </p:nvSpPr>
        <p:spPr>
          <a:xfrm>
            <a:off x="7968208" y="2205037"/>
            <a:ext cx="3168105" cy="367188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8" name="Freeform 5">
            <a:extLst>
              <a:ext uri="{FF2B5EF4-FFF2-40B4-BE49-F238E27FC236}">
                <a16:creationId xmlns:a16="http://schemas.microsoft.com/office/drawing/2014/main" id="{D7912BB5-9834-D960-62E3-9D95A380EB5B}"/>
              </a:ext>
              <a:ext uri="{C183D7F6-B498-43B3-948B-1728B52AA6E4}">
                <adec:decorative xmlns:adec="http://schemas.microsoft.com/office/drawing/2017/decorative" val="1"/>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Tree>
    <p:extLst>
      <p:ext uri="{BB962C8B-B14F-4D97-AF65-F5344CB8AC3E}">
        <p14:creationId xmlns:p14="http://schemas.microsoft.com/office/powerpoint/2010/main" val="110207619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Three Content Blu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1055688" y="2205037"/>
            <a:ext cx="3168104"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Content Placeholder 3">
            <a:extLst>
              <a:ext uri="{FF2B5EF4-FFF2-40B4-BE49-F238E27FC236}">
                <a16:creationId xmlns:a16="http://schemas.microsoft.com/office/drawing/2014/main" id="{9BB0BFA1-AAA3-B436-0EE2-E469AA3932D9}"/>
              </a:ext>
            </a:extLst>
          </p:cNvPr>
          <p:cNvSpPr>
            <a:spLocks noGrp="1"/>
          </p:cNvSpPr>
          <p:nvPr>
            <p:ph sz="half" idx="2"/>
          </p:nvPr>
        </p:nvSpPr>
        <p:spPr>
          <a:xfrm>
            <a:off x="4511825" y="2205037"/>
            <a:ext cx="3168352"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06.05.2026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(2026)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12" name="Content Placeholder 3">
            <a:extLst>
              <a:ext uri="{FF2B5EF4-FFF2-40B4-BE49-F238E27FC236}">
                <a16:creationId xmlns:a16="http://schemas.microsoft.com/office/drawing/2014/main" id="{D2A1A8FC-ED18-02E4-A33A-C74DEBE3A1BD}"/>
              </a:ext>
            </a:extLst>
          </p:cNvPr>
          <p:cNvSpPr>
            <a:spLocks noGrp="1"/>
          </p:cNvSpPr>
          <p:nvPr>
            <p:ph sz="half" idx="13"/>
          </p:nvPr>
        </p:nvSpPr>
        <p:spPr>
          <a:xfrm>
            <a:off x="7968208" y="2205037"/>
            <a:ext cx="3168105"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373759651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Three Content 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1055688" y="2205037"/>
            <a:ext cx="3168104"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Content Placeholder 3">
            <a:extLst>
              <a:ext uri="{FF2B5EF4-FFF2-40B4-BE49-F238E27FC236}">
                <a16:creationId xmlns:a16="http://schemas.microsoft.com/office/drawing/2014/main" id="{9BB0BFA1-AAA3-B436-0EE2-E469AA3932D9}"/>
              </a:ext>
            </a:extLst>
          </p:cNvPr>
          <p:cNvSpPr>
            <a:spLocks noGrp="1"/>
          </p:cNvSpPr>
          <p:nvPr>
            <p:ph sz="half" idx="2"/>
          </p:nvPr>
        </p:nvSpPr>
        <p:spPr>
          <a:xfrm>
            <a:off x="4511825" y="2205037"/>
            <a:ext cx="3168352"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06.05.2026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(2026)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12" name="Content Placeholder 3">
            <a:extLst>
              <a:ext uri="{FF2B5EF4-FFF2-40B4-BE49-F238E27FC236}">
                <a16:creationId xmlns:a16="http://schemas.microsoft.com/office/drawing/2014/main" id="{D2A1A8FC-ED18-02E4-A33A-C74DEBE3A1BD}"/>
              </a:ext>
            </a:extLst>
          </p:cNvPr>
          <p:cNvSpPr>
            <a:spLocks noGrp="1"/>
          </p:cNvSpPr>
          <p:nvPr>
            <p:ph sz="half" idx="13"/>
          </p:nvPr>
        </p:nvSpPr>
        <p:spPr>
          <a:xfrm>
            <a:off x="7968208" y="2205037"/>
            <a:ext cx="3168105"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421817298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hree Content Yellow">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1055688" y="2205037"/>
            <a:ext cx="3168104"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Content Placeholder 3">
            <a:extLst>
              <a:ext uri="{FF2B5EF4-FFF2-40B4-BE49-F238E27FC236}">
                <a16:creationId xmlns:a16="http://schemas.microsoft.com/office/drawing/2014/main" id="{9BB0BFA1-AAA3-B436-0EE2-E469AA3932D9}"/>
              </a:ext>
            </a:extLst>
          </p:cNvPr>
          <p:cNvSpPr>
            <a:spLocks noGrp="1"/>
          </p:cNvSpPr>
          <p:nvPr>
            <p:ph sz="half" idx="2"/>
          </p:nvPr>
        </p:nvSpPr>
        <p:spPr>
          <a:xfrm>
            <a:off x="4511825" y="2205037"/>
            <a:ext cx="3168352"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06.05.2026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(2026)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12" name="Content Placeholder 3">
            <a:extLst>
              <a:ext uri="{FF2B5EF4-FFF2-40B4-BE49-F238E27FC236}">
                <a16:creationId xmlns:a16="http://schemas.microsoft.com/office/drawing/2014/main" id="{D2A1A8FC-ED18-02E4-A33A-C74DEBE3A1BD}"/>
              </a:ext>
            </a:extLst>
          </p:cNvPr>
          <p:cNvSpPr>
            <a:spLocks noGrp="1"/>
          </p:cNvSpPr>
          <p:nvPr>
            <p:ph sz="half" idx="13"/>
          </p:nvPr>
        </p:nvSpPr>
        <p:spPr>
          <a:xfrm>
            <a:off x="7968208" y="2205037"/>
            <a:ext cx="3168105"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69830249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Section Header ">
    <p:bg>
      <p:bgPr>
        <a:solidFill>
          <a:schemeClr val="bg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41DE05B-FFAF-0858-13F9-0EB7AD3526CC}"/>
              </a:ext>
            </a:extLst>
          </p:cNvPr>
          <p:cNvSpPr>
            <a:spLocks noGrp="1"/>
          </p:cNvSpPr>
          <p:nvPr>
            <p:ph type="dt" sz="half" idx="10"/>
          </p:nvPr>
        </p:nvSpPr>
        <p:spPr/>
        <p:txBody>
          <a:bodyPr/>
          <a:lstStyle/>
          <a:p>
            <a:r>
              <a:rPr lang="fi-FI"/>
              <a:t>06.05.2026</a:t>
            </a:r>
          </a:p>
        </p:txBody>
      </p:sp>
      <p:sp>
        <p:nvSpPr>
          <p:cNvPr id="5" name="Footer Placeholder 4">
            <a:extLst>
              <a:ext uri="{FF2B5EF4-FFF2-40B4-BE49-F238E27FC236}">
                <a16:creationId xmlns:a16="http://schemas.microsoft.com/office/drawing/2014/main" id="{06FD89D3-D829-039B-7727-4ABD59B9BD66}"/>
              </a:ext>
            </a:extLst>
          </p:cNvPr>
          <p:cNvSpPr>
            <a:spLocks noGrp="1"/>
          </p:cNvSpPr>
          <p:nvPr>
            <p:ph type="ftr" sz="quarter" idx="11"/>
          </p:nvPr>
        </p:nvSpPr>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700DE2EE-0379-76A8-D3FE-92AD796C4367}"/>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9" name="Title 1">
            <a:extLst>
              <a:ext uri="{FF2B5EF4-FFF2-40B4-BE49-F238E27FC236}">
                <a16:creationId xmlns:a16="http://schemas.microsoft.com/office/drawing/2014/main" id="{7795DFD4-86D0-9FF1-D4D8-602EECF830DF}"/>
              </a:ext>
            </a:extLst>
          </p:cNvPr>
          <p:cNvSpPr>
            <a:spLocks noGrp="1"/>
          </p:cNvSpPr>
          <p:nvPr>
            <p:ph type="ctrTitle"/>
          </p:nvPr>
        </p:nvSpPr>
        <p:spPr>
          <a:xfrm>
            <a:off x="412647" y="3182779"/>
            <a:ext cx="11371365" cy="492443"/>
          </a:xfrm>
        </p:spPr>
        <p:txBody>
          <a:bodyPr wrap="square" anchor="ctr" anchorCtr="0">
            <a:spAutoFit/>
          </a:bodyPr>
          <a:lstStyle>
            <a:lvl1pPr algn="ctr">
              <a:lnSpc>
                <a:spcPct val="100000"/>
              </a:lnSpc>
              <a:defRPr sz="3200">
                <a:latin typeface="+mj-lt"/>
              </a:defRPr>
            </a:lvl1pPr>
          </a:lstStyle>
          <a:p>
            <a:r>
              <a:rPr lang="en-US"/>
              <a:t>Click to edit Master title style</a:t>
            </a:r>
            <a:endParaRPr lang="fi-FI"/>
          </a:p>
        </p:txBody>
      </p:sp>
    </p:spTree>
    <p:extLst>
      <p:ext uri="{BB962C8B-B14F-4D97-AF65-F5344CB8AC3E}">
        <p14:creationId xmlns:p14="http://schemas.microsoft.com/office/powerpoint/2010/main" val="293957470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p:cSld name="Section Header Black">
    <p:bg>
      <p:bgPr>
        <a:solidFill>
          <a:schemeClr val="tx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41DE05B-FFAF-0858-13F9-0EB7AD3526CC}"/>
              </a:ext>
            </a:extLst>
          </p:cNvPr>
          <p:cNvSpPr>
            <a:spLocks noGrp="1"/>
          </p:cNvSpPr>
          <p:nvPr>
            <p:ph type="dt" sz="half" idx="10"/>
          </p:nvPr>
        </p:nvSpPr>
        <p:spPr/>
        <p:txBody>
          <a:bodyPr/>
          <a:lstStyle>
            <a:lvl1pPr>
              <a:defRPr>
                <a:solidFill>
                  <a:schemeClr val="bg1"/>
                </a:solidFill>
              </a:defRPr>
            </a:lvl1pPr>
          </a:lstStyle>
          <a:p>
            <a:r>
              <a:rPr lang="fi-FI"/>
              <a:t>06.05.2026</a:t>
            </a:r>
          </a:p>
        </p:txBody>
      </p:sp>
      <p:sp>
        <p:nvSpPr>
          <p:cNvPr id="5" name="Footer Placeholder 4">
            <a:extLst>
              <a:ext uri="{FF2B5EF4-FFF2-40B4-BE49-F238E27FC236}">
                <a16:creationId xmlns:a16="http://schemas.microsoft.com/office/drawing/2014/main" id="{06FD89D3-D829-039B-7727-4ABD59B9BD66}"/>
              </a:ext>
            </a:extLst>
          </p:cNvPr>
          <p:cNvSpPr>
            <a:spLocks noGrp="1"/>
          </p:cNvSpPr>
          <p:nvPr>
            <p:ph type="ftr" sz="quarter" idx="11"/>
          </p:nvPr>
        </p:nvSpPr>
        <p:spPr/>
        <p:txBody>
          <a:bodyPr/>
          <a:lstStyle>
            <a:lvl1pPr>
              <a:defRPr>
                <a:solidFill>
                  <a:schemeClr val="bg1"/>
                </a:solidFill>
              </a:defRPr>
            </a:lvl1pPr>
          </a:lstStyle>
          <a:p>
            <a:r>
              <a:rPr lang="pt-BR"/>
              <a:t>Enrico Glerean (2026) CC-BY</a:t>
            </a:r>
            <a:endParaRPr lang="fi-FI"/>
          </a:p>
        </p:txBody>
      </p:sp>
      <p:sp>
        <p:nvSpPr>
          <p:cNvPr id="6" name="Slide Number Placeholder 5">
            <a:extLst>
              <a:ext uri="{FF2B5EF4-FFF2-40B4-BE49-F238E27FC236}">
                <a16:creationId xmlns:a16="http://schemas.microsoft.com/office/drawing/2014/main" id="{700DE2EE-0379-76A8-D3FE-92AD796C4367}"/>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9" name="Title 1">
            <a:extLst>
              <a:ext uri="{FF2B5EF4-FFF2-40B4-BE49-F238E27FC236}">
                <a16:creationId xmlns:a16="http://schemas.microsoft.com/office/drawing/2014/main" id="{7795DFD4-86D0-9FF1-D4D8-602EECF830DF}"/>
              </a:ext>
            </a:extLst>
          </p:cNvPr>
          <p:cNvSpPr>
            <a:spLocks noGrp="1"/>
          </p:cNvSpPr>
          <p:nvPr>
            <p:ph type="ctrTitle"/>
          </p:nvPr>
        </p:nvSpPr>
        <p:spPr>
          <a:xfrm>
            <a:off x="412647" y="3182779"/>
            <a:ext cx="11371365" cy="492443"/>
          </a:xfrm>
        </p:spPr>
        <p:txBody>
          <a:bodyPr wrap="square" anchor="ctr" anchorCtr="0">
            <a:spAutoFit/>
          </a:bodyPr>
          <a:lstStyle>
            <a:lvl1pPr algn="ctr">
              <a:lnSpc>
                <a:spcPct val="100000"/>
              </a:lnSpc>
              <a:defRPr sz="3200">
                <a:solidFill>
                  <a:schemeClr val="bg1"/>
                </a:solidFill>
                <a:latin typeface="+mj-lt"/>
              </a:defRPr>
            </a:lvl1pPr>
          </a:lstStyle>
          <a:p>
            <a:r>
              <a:rPr lang="en-US"/>
              <a:t>Click to edit Master title style</a:t>
            </a:r>
            <a:endParaRPr lang="fi-FI"/>
          </a:p>
        </p:txBody>
      </p:sp>
      <p:sp>
        <p:nvSpPr>
          <p:cNvPr id="2" name="Freeform 5">
            <a:extLst>
              <a:ext uri="{FF2B5EF4-FFF2-40B4-BE49-F238E27FC236}">
                <a16:creationId xmlns:a16="http://schemas.microsoft.com/office/drawing/2014/main" id="{5A269375-E1A8-C31B-7E8E-7F024302667C}"/>
              </a:ext>
              <a:ext uri="{C183D7F6-B498-43B3-948B-1728B52AA6E4}">
                <adec:decorative xmlns:adec="http://schemas.microsoft.com/office/drawing/2017/decorative" val="1"/>
              </a:ext>
            </a:extLst>
          </p:cNvPr>
          <p:cNvSpPr>
            <a:spLocks noChangeAspect="1" noEditPoints="1"/>
          </p:cNvSpPr>
          <p:nvPr userDrawn="1"/>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Tree>
    <p:extLst>
      <p:ext uri="{BB962C8B-B14F-4D97-AF65-F5344CB8AC3E}">
        <p14:creationId xmlns:p14="http://schemas.microsoft.com/office/powerpoint/2010/main" val="180711429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Section Header Blue">
    <p:bg>
      <p:bgPr>
        <a:solidFill>
          <a:schemeClr val="accent3"/>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41DE05B-FFAF-0858-13F9-0EB7AD3526CC}"/>
              </a:ext>
            </a:extLst>
          </p:cNvPr>
          <p:cNvSpPr>
            <a:spLocks noGrp="1"/>
          </p:cNvSpPr>
          <p:nvPr>
            <p:ph type="dt" sz="half" idx="10"/>
          </p:nvPr>
        </p:nvSpPr>
        <p:spPr/>
        <p:txBody>
          <a:bodyPr/>
          <a:lstStyle/>
          <a:p>
            <a:r>
              <a:rPr lang="fi-FI"/>
              <a:t>06.05.2026</a:t>
            </a:r>
          </a:p>
        </p:txBody>
      </p:sp>
      <p:sp>
        <p:nvSpPr>
          <p:cNvPr id="5" name="Footer Placeholder 4">
            <a:extLst>
              <a:ext uri="{FF2B5EF4-FFF2-40B4-BE49-F238E27FC236}">
                <a16:creationId xmlns:a16="http://schemas.microsoft.com/office/drawing/2014/main" id="{06FD89D3-D829-039B-7727-4ABD59B9BD66}"/>
              </a:ext>
            </a:extLst>
          </p:cNvPr>
          <p:cNvSpPr>
            <a:spLocks noGrp="1"/>
          </p:cNvSpPr>
          <p:nvPr>
            <p:ph type="ftr" sz="quarter" idx="11"/>
          </p:nvPr>
        </p:nvSpPr>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700DE2EE-0379-76A8-D3FE-92AD796C4367}"/>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9" name="Title 1">
            <a:extLst>
              <a:ext uri="{FF2B5EF4-FFF2-40B4-BE49-F238E27FC236}">
                <a16:creationId xmlns:a16="http://schemas.microsoft.com/office/drawing/2014/main" id="{7795DFD4-86D0-9FF1-D4D8-602EECF830DF}"/>
              </a:ext>
            </a:extLst>
          </p:cNvPr>
          <p:cNvSpPr>
            <a:spLocks noGrp="1"/>
          </p:cNvSpPr>
          <p:nvPr>
            <p:ph type="ctrTitle"/>
          </p:nvPr>
        </p:nvSpPr>
        <p:spPr>
          <a:xfrm>
            <a:off x="412647" y="3182779"/>
            <a:ext cx="11371365" cy="492443"/>
          </a:xfrm>
        </p:spPr>
        <p:txBody>
          <a:bodyPr wrap="square" anchor="ctr" anchorCtr="0">
            <a:spAutoFit/>
          </a:bodyPr>
          <a:lstStyle>
            <a:lvl1pPr algn="ctr">
              <a:lnSpc>
                <a:spcPct val="100000"/>
              </a:lnSpc>
              <a:defRPr sz="3200">
                <a:latin typeface="+mj-lt"/>
              </a:defRPr>
            </a:lvl1pPr>
          </a:lstStyle>
          <a:p>
            <a:r>
              <a:rPr lang="en-US"/>
              <a:t>Click to edit Master title style</a:t>
            </a:r>
            <a:endParaRPr lang="fi-FI"/>
          </a:p>
        </p:txBody>
      </p:sp>
    </p:spTree>
    <p:extLst>
      <p:ext uri="{BB962C8B-B14F-4D97-AF65-F5344CB8AC3E}">
        <p14:creationId xmlns:p14="http://schemas.microsoft.com/office/powerpoint/2010/main" val="26828892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Section Header Red">
    <p:bg>
      <p:bgPr>
        <a:solidFill>
          <a:schemeClr val="accent2"/>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41DE05B-FFAF-0858-13F9-0EB7AD3526CC}"/>
              </a:ext>
            </a:extLst>
          </p:cNvPr>
          <p:cNvSpPr>
            <a:spLocks noGrp="1"/>
          </p:cNvSpPr>
          <p:nvPr>
            <p:ph type="dt" sz="half" idx="10"/>
          </p:nvPr>
        </p:nvSpPr>
        <p:spPr/>
        <p:txBody>
          <a:bodyPr/>
          <a:lstStyle/>
          <a:p>
            <a:r>
              <a:rPr lang="fi-FI"/>
              <a:t>06.05.2026</a:t>
            </a:r>
          </a:p>
        </p:txBody>
      </p:sp>
      <p:sp>
        <p:nvSpPr>
          <p:cNvPr id="5" name="Footer Placeholder 4">
            <a:extLst>
              <a:ext uri="{FF2B5EF4-FFF2-40B4-BE49-F238E27FC236}">
                <a16:creationId xmlns:a16="http://schemas.microsoft.com/office/drawing/2014/main" id="{06FD89D3-D829-039B-7727-4ABD59B9BD66}"/>
              </a:ext>
            </a:extLst>
          </p:cNvPr>
          <p:cNvSpPr>
            <a:spLocks noGrp="1"/>
          </p:cNvSpPr>
          <p:nvPr>
            <p:ph type="ftr" sz="quarter" idx="11"/>
          </p:nvPr>
        </p:nvSpPr>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700DE2EE-0379-76A8-D3FE-92AD796C4367}"/>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9" name="Title 1">
            <a:extLst>
              <a:ext uri="{FF2B5EF4-FFF2-40B4-BE49-F238E27FC236}">
                <a16:creationId xmlns:a16="http://schemas.microsoft.com/office/drawing/2014/main" id="{7795DFD4-86D0-9FF1-D4D8-602EECF830DF}"/>
              </a:ext>
            </a:extLst>
          </p:cNvPr>
          <p:cNvSpPr>
            <a:spLocks noGrp="1"/>
          </p:cNvSpPr>
          <p:nvPr>
            <p:ph type="ctrTitle"/>
          </p:nvPr>
        </p:nvSpPr>
        <p:spPr>
          <a:xfrm>
            <a:off x="412647" y="3182779"/>
            <a:ext cx="11371365" cy="492443"/>
          </a:xfrm>
        </p:spPr>
        <p:txBody>
          <a:bodyPr wrap="square" anchor="ctr" anchorCtr="0">
            <a:spAutoFit/>
          </a:bodyPr>
          <a:lstStyle>
            <a:lvl1pPr algn="ctr">
              <a:lnSpc>
                <a:spcPct val="100000"/>
              </a:lnSpc>
              <a:defRPr sz="3200">
                <a:latin typeface="+mj-lt"/>
              </a:defRPr>
            </a:lvl1pPr>
          </a:lstStyle>
          <a:p>
            <a:r>
              <a:rPr lang="en-US"/>
              <a:t>Click to edit Master title style</a:t>
            </a:r>
            <a:endParaRPr lang="fi-FI"/>
          </a:p>
        </p:txBody>
      </p:sp>
    </p:spTree>
    <p:extLst>
      <p:ext uri="{BB962C8B-B14F-4D97-AF65-F5344CB8AC3E}">
        <p14:creationId xmlns:p14="http://schemas.microsoft.com/office/powerpoint/2010/main" val="417534150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Section Header Yellow">
    <p:bg>
      <p:bgPr>
        <a:solidFill>
          <a:schemeClr val="accent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41DE05B-FFAF-0858-13F9-0EB7AD3526CC}"/>
              </a:ext>
            </a:extLst>
          </p:cNvPr>
          <p:cNvSpPr>
            <a:spLocks noGrp="1"/>
          </p:cNvSpPr>
          <p:nvPr>
            <p:ph type="dt" sz="half" idx="10"/>
          </p:nvPr>
        </p:nvSpPr>
        <p:spPr/>
        <p:txBody>
          <a:bodyPr/>
          <a:lstStyle/>
          <a:p>
            <a:r>
              <a:rPr lang="fi-FI"/>
              <a:t>06.05.2026</a:t>
            </a:r>
          </a:p>
        </p:txBody>
      </p:sp>
      <p:sp>
        <p:nvSpPr>
          <p:cNvPr id="5" name="Footer Placeholder 4">
            <a:extLst>
              <a:ext uri="{FF2B5EF4-FFF2-40B4-BE49-F238E27FC236}">
                <a16:creationId xmlns:a16="http://schemas.microsoft.com/office/drawing/2014/main" id="{06FD89D3-D829-039B-7727-4ABD59B9BD66}"/>
              </a:ext>
            </a:extLst>
          </p:cNvPr>
          <p:cNvSpPr>
            <a:spLocks noGrp="1"/>
          </p:cNvSpPr>
          <p:nvPr>
            <p:ph type="ftr" sz="quarter" idx="11"/>
          </p:nvPr>
        </p:nvSpPr>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700DE2EE-0379-76A8-D3FE-92AD796C4367}"/>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9" name="Title 1">
            <a:extLst>
              <a:ext uri="{FF2B5EF4-FFF2-40B4-BE49-F238E27FC236}">
                <a16:creationId xmlns:a16="http://schemas.microsoft.com/office/drawing/2014/main" id="{7795DFD4-86D0-9FF1-D4D8-602EECF830DF}"/>
              </a:ext>
            </a:extLst>
          </p:cNvPr>
          <p:cNvSpPr>
            <a:spLocks noGrp="1"/>
          </p:cNvSpPr>
          <p:nvPr>
            <p:ph type="ctrTitle"/>
          </p:nvPr>
        </p:nvSpPr>
        <p:spPr>
          <a:xfrm>
            <a:off x="412647" y="3182779"/>
            <a:ext cx="11371365" cy="492443"/>
          </a:xfrm>
        </p:spPr>
        <p:txBody>
          <a:bodyPr wrap="square" anchor="ctr" anchorCtr="0">
            <a:spAutoFit/>
          </a:bodyPr>
          <a:lstStyle>
            <a:lvl1pPr algn="ctr">
              <a:lnSpc>
                <a:spcPct val="100000"/>
              </a:lnSpc>
              <a:defRPr sz="3200">
                <a:latin typeface="+mj-lt"/>
              </a:defRPr>
            </a:lvl1pPr>
          </a:lstStyle>
          <a:p>
            <a:r>
              <a:rPr lang="en-US"/>
              <a:t>Click to edit Master title style</a:t>
            </a:r>
            <a:endParaRPr lang="fi-FI"/>
          </a:p>
        </p:txBody>
      </p:sp>
    </p:spTree>
    <p:extLst>
      <p:ext uri="{BB962C8B-B14F-4D97-AF65-F5344CB8AC3E}">
        <p14:creationId xmlns:p14="http://schemas.microsoft.com/office/powerpoint/2010/main" val="316218644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cSld name="Text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06.05.2026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(2026)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8" name="Text Placeholder 7">
            <a:extLst>
              <a:ext uri="{FF2B5EF4-FFF2-40B4-BE49-F238E27FC236}">
                <a16:creationId xmlns:a16="http://schemas.microsoft.com/office/drawing/2014/main" id="{E151617C-A1F8-7D62-64C2-33C28BF06EE7}"/>
              </a:ext>
            </a:extLst>
          </p:cNvPr>
          <p:cNvSpPr>
            <a:spLocks noGrp="1"/>
          </p:cNvSpPr>
          <p:nvPr>
            <p:ph type="body" sz="quarter" idx="13"/>
          </p:nvPr>
        </p:nvSpPr>
        <p:spPr>
          <a:xfrm>
            <a:off x="1055688" y="2205039"/>
            <a:ext cx="10080625" cy="3671886"/>
          </a:xfrm>
        </p:spPr>
        <p:txBody>
          <a:bodyPr/>
          <a:lstStyle>
            <a:lvl1pPr>
              <a:defRPr sz="28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41506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Text Content ">
  <p:cSld name="1_Text Content ">
    <p:spTree>
      <p:nvGrpSpPr>
        <p:cNvPr id="1" name="Shape 335"/>
        <p:cNvGrpSpPr/>
        <p:nvPr/>
      </p:nvGrpSpPr>
      <p:grpSpPr>
        <a:xfrm>
          <a:off x="0" y="0"/>
          <a:ext cx="0" cy="0"/>
          <a:chOff x="0" y="0"/>
          <a:chExt cx="0" cy="0"/>
        </a:xfrm>
      </p:grpSpPr>
      <p:sp>
        <p:nvSpPr>
          <p:cNvPr id="336" name="Google Shape;336;p17"/>
          <p:cNvSpPr txBox="1">
            <a:spLocks noGrp="1"/>
          </p:cNvSpPr>
          <p:nvPr>
            <p:ph type="title"/>
          </p:nvPr>
        </p:nvSpPr>
        <p:spPr>
          <a:xfrm>
            <a:off x="407987" y="404813"/>
            <a:ext cx="11376026" cy="1079971"/>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7" name="Google Shape;337;p17"/>
          <p:cNvSpPr txBox="1">
            <a:spLocks noGrp="1"/>
          </p:cNvSpPr>
          <p:nvPr>
            <p:ph type="dt" idx="10"/>
          </p:nvPr>
        </p:nvSpPr>
        <p:spPr>
          <a:xfrm>
            <a:off x="10200456" y="6309320"/>
            <a:ext cx="1152128" cy="143868"/>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r" defTabSz="914400" rtl="0" eaLnBrk="1" fontAlgn="auto" latinLnBrk="0" hangingPunct="1">
              <a:lnSpc>
                <a:spcPct val="100000"/>
              </a:lnSpc>
              <a:spcBef>
                <a:spcPts val="0"/>
              </a:spcBef>
              <a:spcAft>
                <a:spcPts val="0"/>
              </a:spcAft>
              <a:buClrTx/>
              <a:buSzPts val="1400"/>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06.05.2026</a:t>
            </a:r>
            <a:endParaRPr kumimoji="0"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38" name="Google Shape;338;p17"/>
          <p:cNvSpPr txBox="1">
            <a:spLocks noGrp="1"/>
          </p:cNvSpPr>
          <p:nvPr>
            <p:ph type="ftr" idx="11"/>
          </p:nvPr>
        </p:nvSpPr>
        <p:spPr>
          <a:xfrm>
            <a:off x="1271464" y="6309320"/>
            <a:ext cx="8928992" cy="143869"/>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r" defTabSz="914400" rtl="0" eaLnBrk="1" fontAlgn="auto" latinLnBrk="0" hangingPunct="1">
              <a:lnSpc>
                <a:spcPct val="100000"/>
              </a:lnSpc>
              <a:spcBef>
                <a:spcPts val="0"/>
              </a:spcBef>
              <a:spcAft>
                <a:spcPts val="0"/>
              </a:spcAft>
              <a:buClrTx/>
              <a:buSzPts val="1400"/>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(2026) CC-BY</a:t>
            </a:r>
            <a:endParaRPr kumimoji="0"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39" name="Google Shape;339;p17"/>
          <p:cNvSpPr txBox="1">
            <a:spLocks noGrp="1"/>
          </p:cNvSpPr>
          <p:nvPr>
            <p:ph type="sldNum" idx="12"/>
          </p:nvPr>
        </p:nvSpPr>
        <p:spPr>
          <a:xfrm>
            <a:off x="11352584" y="6309320"/>
            <a:ext cx="431428" cy="14386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GB" sz="800" b="1" i="0" u="none" strike="noStrike" kern="1200" cap="none" spc="0" normalizeH="0" baseline="0" noProof="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40" name="Google Shape;340;p17"/>
          <p:cNvSpPr txBox="1">
            <a:spLocks noGrp="1"/>
          </p:cNvSpPr>
          <p:nvPr>
            <p:ph type="body" idx="1"/>
          </p:nvPr>
        </p:nvSpPr>
        <p:spPr>
          <a:xfrm>
            <a:off x="1055688" y="2205039"/>
            <a:ext cx="10080625" cy="3671886"/>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800"/>
              </a:spcBef>
              <a:spcAft>
                <a:spcPts val="0"/>
              </a:spcAft>
              <a:buClr>
                <a:schemeClr val="dk1"/>
              </a:buClr>
              <a:buSzPts val="2800"/>
              <a:buFont typeface="Arial"/>
              <a:buNone/>
              <a:defRPr sz="2800"/>
            </a:lvl1pPr>
            <a:lvl2pPr marL="914400" lvl="1" indent="-355600" algn="l">
              <a:lnSpc>
                <a:spcPct val="100000"/>
              </a:lnSpc>
              <a:spcBef>
                <a:spcPts val="800"/>
              </a:spcBef>
              <a:spcAft>
                <a:spcPts val="0"/>
              </a:spcAft>
              <a:buClr>
                <a:schemeClr val="dk1"/>
              </a:buClr>
              <a:buSzPts val="2000"/>
              <a:buChar char="•"/>
              <a:defRPr sz="2000"/>
            </a:lvl2pPr>
            <a:lvl3pPr marL="1371600" lvl="2" indent="-342900" algn="l">
              <a:lnSpc>
                <a:spcPct val="100000"/>
              </a:lnSpc>
              <a:spcBef>
                <a:spcPts val="800"/>
              </a:spcBef>
              <a:spcAft>
                <a:spcPts val="0"/>
              </a:spcAft>
              <a:buClr>
                <a:schemeClr val="dk1"/>
              </a:buClr>
              <a:buSzPts val="1800"/>
              <a:buChar char="•"/>
              <a:defRPr sz="1800"/>
            </a:lvl3pPr>
            <a:lvl4pPr marL="1828800" lvl="3" indent="-342900" algn="l">
              <a:lnSpc>
                <a:spcPct val="100000"/>
              </a:lnSpc>
              <a:spcBef>
                <a:spcPts val="800"/>
              </a:spcBef>
              <a:spcAft>
                <a:spcPts val="0"/>
              </a:spcAft>
              <a:buClr>
                <a:schemeClr val="dk1"/>
              </a:buClr>
              <a:buSzPts val="1800"/>
              <a:buChar char="•"/>
              <a:defRPr sz="1800"/>
            </a:lvl4pPr>
            <a:lvl5pPr marL="2286000" lvl="4" indent="-342900" algn="l">
              <a:lnSpc>
                <a:spcPct val="100000"/>
              </a:lnSpc>
              <a:spcBef>
                <a:spcPts val="800"/>
              </a:spcBef>
              <a:spcAft>
                <a:spcPts val="0"/>
              </a:spcAft>
              <a:buClr>
                <a:schemeClr val="dk1"/>
              </a:buClr>
              <a:buSzPts val="1800"/>
              <a:buChar char="•"/>
              <a:defRPr sz="1800"/>
            </a:lvl5pPr>
            <a:lvl6pPr marL="2743200" lvl="5" indent="-342900" algn="l">
              <a:lnSpc>
                <a:spcPct val="100000"/>
              </a:lnSpc>
              <a:spcBef>
                <a:spcPts val="800"/>
              </a:spcBef>
              <a:spcAft>
                <a:spcPts val="0"/>
              </a:spcAft>
              <a:buClr>
                <a:schemeClr val="dk1"/>
              </a:buClr>
              <a:buSzPts val="1800"/>
              <a:buChar char="•"/>
              <a:defRPr/>
            </a:lvl6pPr>
            <a:lvl7pPr marL="3200400" lvl="6" indent="-342900" algn="l">
              <a:lnSpc>
                <a:spcPct val="100000"/>
              </a:lnSpc>
              <a:spcBef>
                <a:spcPts val="800"/>
              </a:spcBef>
              <a:spcAft>
                <a:spcPts val="0"/>
              </a:spcAft>
              <a:buClr>
                <a:schemeClr val="dk1"/>
              </a:buClr>
              <a:buSzPts val="1800"/>
              <a:buChar char="•"/>
              <a:defRPr/>
            </a:lvl7pPr>
            <a:lvl8pPr marL="3657600" lvl="7" indent="-342900" algn="l">
              <a:lnSpc>
                <a:spcPct val="100000"/>
              </a:lnSpc>
              <a:spcBef>
                <a:spcPts val="800"/>
              </a:spcBef>
              <a:spcAft>
                <a:spcPts val="0"/>
              </a:spcAft>
              <a:buClr>
                <a:schemeClr val="dk1"/>
              </a:buClr>
              <a:buSzPts val="1800"/>
              <a:buChar char="•"/>
              <a:defRPr/>
            </a:lvl8pPr>
            <a:lvl9pPr marL="4114800" lvl="8" indent="-342900" algn="l">
              <a:lnSpc>
                <a:spcPct val="100000"/>
              </a:lnSpc>
              <a:spcBef>
                <a:spcPts val="8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0784393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type="title" preserve="1">
  <p:cSld name="Title Sl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75C4-164C-69B1-48F1-6ABBCFDD4649}"/>
              </a:ext>
            </a:extLst>
          </p:cNvPr>
          <p:cNvSpPr>
            <a:spLocks noGrp="1"/>
          </p:cNvSpPr>
          <p:nvPr>
            <p:ph type="ctrTitle"/>
          </p:nvPr>
        </p:nvSpPr>
        <p:spPr>
          <a:xfrm>
            <a:off x="407988" y="2936557"/>
            <a:ext cx="9792468" cy="492443"/>
          </a:xfrm>
        </p:spPr>
        <p:txBody>
          <a:bodyPr anchor="b" anchorCtr="0">
            <a:spAutoFit/>
          </a:bodyPr>
          <a:lstStyle>
            <a:lvl1pPr algn="l">
              <a:lnSpc>
                <a:spcPct val="100000"/>
              </a:lnSpc>
              <a:defRPr sz="3200">
                <a:latin typeface="+mj-lt"/>
              </a:defRPr>
            </a:lvl1pPr>
          </a:lstStyle>
          <a:p>
            <a:r>
              <a:rPr lang="en-US"/>
              <a:t>Click to edit Master title style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407988" y="3429000"/>
            <a:ext cx="9792468" cy="492443"/>
          </a:xfrm>
        </p:spPr>
        <p:txBody>
          <a:bodyPr>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a:p>
        </p:txBody>
      </p:sp>
      <p:sp>
        <p:nvSpPr>
          <p:cNvPr id="11" name="Freeform 5">
            <a:extLst>
              <a:ext uri="{FF2B5EF4-FFF2-40B4-BE49-F238E27FC236}">
                <a16:creationId xmlns:a16="http://schemas.microsoft.com/office/drawing/2014/main" id="{B048024D-E928-1A47-E81D-E73CEDEC703F}"/>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Lst>
          </p:cNvPr>
          <p:cNvCxnSpPr>
            <a:cxnSpLocks/>
          </p:cNvCxnSpPr>
          <p:nvPr/>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a:xfrm>
            <a:off x="10200456" y="6309320"/>
            <a:ext cx="1152128" cy="143868"/>
          </a:xfrm>
          <a:prstGeom prst="rect">
            <a:avLst/>
          </a:prstGeom>
        </p:spPr>
        <p:txBody>
          <a:bodyPr/>
          <a:lstStyle/>
          <a:p>
            <a:r>
              <a:rPr lang="fi-FI"/>
              <a:t>06.05.2026</a:t>
            </a:r>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a:xfrm>
            <a:off x="1271464" y="6309320"/>
            <a:ext cx="8928992" cy="143869"/>
          </a:xfrm>
          <a:prstGeom prst="rect">
            <a:avLst/>
          </a:prstGeom>
        </p:spPr>
        <p:txBody>
          <a:bodyPr/>
          <a:lstStyle/>
          <a:p>
            <a:r>
              <a:rPr lang="pt-BR"/>
              <a:t>Enrico Glerean (2026) CC-BY</a:t>
            </a:r>
            <a:endParaRPr lang="fi-FI"/>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2938486367"/>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type="title" preserve="1">
  <p:cSld name="Title Slide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75C4-164C-69B1-48F1-6ABBCFDD4649}"/>
              </a:ext>
            </a:extLst>
          </p:cNvPr>
          <p:cNvSpPr>
            <a:spLocks noGrp="1"/>
          </p:cNvSpPr>
          <p:nvPr>
            <p:ph type="ctrTitle"/>
          </p:nvPr>
        </p:nvSpPr>
        <p:spPr>
          <a:xfrm>
            <a:off x="407988" y="2936557"/>
            <a:ext cx="9792468" cy="492443"/>
          </a:xfrm>
        </p:spPr>
        <p:txBody>
          <a:bodyPr anchor="b" anchorCtr="0">
            <a:spAutoFit/>
          </a:bodyPr>
          <a:lstStyle>
            <a:lvl1pPr algn="l">
              <a:lnSpc>
                <a:spcPct val="100000"/>
              </a:lnSpc>
              <a:defRPr sz="3200">
                <a:solidFill>
                  <a:schemeClr val="bg1"/>
                </a:solidFill>
                <a:latin typeface="+mj-lt"/>
              </a:defRPr>
            </a:lvl1pPr>
          </a:lstStyle>
          <a:p>
            <a:r>
              <a:rPr lang="en-US"/>
              <a:t>Click to edit Master title style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407988" y="3429000"/>
            <a:ext cx="9792468" cy="492443"/>
          </a:xfrm>
        </p:spPr>
        <p:txBody>
          <a:bodyPr>
            <a:spAutoFit/>
          </a:bodyPr>
          <a:lstStyle>
            <a:lvl1pPr marL="0" indent="0" algn="l">
              <a:lnSpc>
                <a:spcPct val="100000"/>
              </a:lnSpc>
              <a:spcBef>
                <a:spcPts val="0"/>
              </a:spcBef>
              <a:buNone/>
              <a:defRPr sz="32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a:p>
        </p:txBody>
      </p:sp>
      <p:sp>
        <p:nvSpPr>
          <p:cNvPr id="11" name="Freeform 5">
            <a:extLst>
              <a:ext uri="{FF2B5EF4-FFF2-40B4-BE49-F238E27FC236}">
                <a16:creationId xmlns:a16="http://schemas.microsoft.com/office/drawing/2014/main" id="{B048024D-E928-1A47-E81D-E73CEDEC703F}"/>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Lst>
          </p:cNvPr>
          <p:cNvCxnSpPr>
            <a:cxnSpLocks/>
          </p:cNvCxnSpPr>
          <p:nvPr/>
        </p:nvCxnSpPr>
        <p:spPr>
          <a:xfrm>
            <a:off x="407368" y="2674624"/>
            <a:ext cx="3960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a:xfrm>
            <a:off x="10200456" y="6309320"/>
            <a:ext cx="1152128" cy="143868"/>
          </a:xfrm>
          <a:prstGeom prst="rect">
            <a:avLst/>
          </a:prstGeom>
        </p:spPr>
        <p:txBody>
          <a:bodyPr/>
          <a:lstStyle>
            <a:lvl1pPr>
              <a:defRPr>
                <a:solidFill>
                  <a:schemeClr val="bg1"/>
                </a:solidFill>
              </a:defRPr>
            </a:lvl1pPr>
          </a:lstStyle>
          <a:p>
            <a:r>
              <a:rPr lang="fi-FI"/>
              <a:t>06.05.2026</a:t>
            </a:r>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a:xfrm>
            <a:off x="1271464" y="6309320"/>
            <a:ext cx="8928992" cy="143869"/>
          </a:xfrm>
          <a:prstGeom prst="rect">
            <a:avLst/>
          </a:prstGeom>
        </p:spPr>
        <p:txBody>
          <a:bodyPr/>
          <a:lstStyle>
            <a:lvl1pPr>
              <a:defRPr>
                <a:solidFill>
                  <a:schemeClr val="bg1"/>
                </a:solidFill>
              </a:defRPr>
            </a:lvl1pPr>
          </a:lstStyle>
          <a:p>
            <a:r>
              <a:rPr lang="pt-BR"/>
              <a:t>Enrico Glerean (2026) CC-BY</a:t>
            </a:r>
            <a:endParaRPr lang="fi-FI"/>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Tree>
    <p:extLst>
      <p:ext uri="{BB962C8B-B14F-4D97-AF65-F5344CB8AC3E}">
        <p14:creationId xmlns:p14="http://schemas.microsoft.com/office/powerpoint/2010/main" val="183463509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Title Slide Blue">
    <p:bg>
      <p:bgPr>
        <a:solidFill>
          <a:schemeClr val="accent3"/>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407988" y="3429000"/>
            <a:ext cx="9792468" cy="492443"/>
          </a:xfrm>
        </p:spPr>
        <p:txBody>
          <a:bodyPr>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a:p>
        </p:txBody>
      </p:sp>
      <p:sp>
        <p:nvSpPr>
          <p:cNvPr id="11" name="Freeform 5">
            <a:extLst>
              <a:ext uri="{FF2B5EF4-FFF2-40B4-BE49-F238E27FC236}">
                <a16:creationId xmlns:a16="http://schemas.microsoft.com/office/drawing/2014/main" id="{B048024D-E928-1A47-E81D-E73CEDEC703F}"/>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Lst>
          </p:cNvPr>
          <p:cNvCxnSpPr>
            <a:cxnSpLocks/>
          </p:cNvCxnSpPr>
          <p:nvPr/>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itle 14">
            <a:extLst>
              <a:ext uri="{FF2B5EF4-FFF2-40B4-BE49-F238E27FC236}">
                <a16:creationId xmlns:a16="http://schemas.microsoft.com/office/drawing/2014/main" id="{C2A5B4F9-4C50-00BF-0957-86AE5BB3A14D}"/>
              </a:ext>
            </a:extLst>
          </p:cNvPr>
          <p:cNvSpPr>
            <a:spLocks noGrp="1"/>
          </p:cNvSpPr>
          <p:nvPr>
            <p:ph type="title"/>
          </p:nvPr>
        </p:nvSpPr>
        <p:spPr/>
        <p:txBody>
          <a:bodyPr/>
          <a:lstStyle/>
          <a:p>
            <a:r>
              <a:rPr lang="en-US"/>
              <a:t>Click to edit Master title style</a:t>
            </a:r>
          </a:p>
        </p:txBody>
      </p:sp>
      <p:sp>
        <p:nvSpPr>
          <p:cNvPr id="16" name="Date Placeholder 15">
            <a:extLst>
              <a:ext uri="{FF2B5EF4-FFF2-40B4-BE49-F238E27FC236}">
                <a16:creationId xmlns:a16="http://schemas.microsoft.com/office/drawing/2014/main" id="{EA97C200-EA66-1CA0-8386-3F1DBB816474}"/>
              </a:ext>
            </a:extLst>
          </p:cNvPr>
          <p:cNvSpPr>
            <a:spLocks noGrp="1"/>
          </p:cNvSpPr>
          <p:nvPr>
            <p:ph type="dt" sz="half" idx="10"/>
          </p:nvPr>
        </p:nvSpPr>
        <p:spPr/>
        <p:txBody>
          <a:bodyPr/>
          <a:lstStyle/>
          <a:p>
            <a:r>
              <a:rPr lang="fi-FI"/>
              <a:t>06.05.2026</a:t>
            </a:r>
          </a:p>
        </p:txBody>
      </p:sp>
      <p:sp>
        <p:nvSpPr>
          <p:cNvPr id="17" name="Footer Placeholder 16">
            <a:extLst>
              <a:ext uri="{FF2B5EF4-FFF2-40B4-BE49-F238E27FC236}">
                <a16:creationId xmlns:a16="http://schemas.microsoft.com/office/drawing/2014/main" id="{C232ACC7-47FD-A120-5CB2-A894C925C6C8}"/>
              </a:ext>
            </a:extLst>
          </p:cNvPr>
          <p:cNvSpPr>
            <a:spLocks noGrp="1"/>
          </p:cNvSpPr>
          <p:nvPr>
            <p:ph type="ftr" sz="quarter" idx="11"/>
          </p:nvPr>
        </p:nvSpPr>
        <p:spPr/>
        <p:txBody>
          <a:bodyPr/>
          <a:lstStyle/>
          <a:p>
            <a:r>
              <a:rPr lang="pt-BR"/>
              <a:t>Enrico Glerean (2026) CC-BY</a:t>
            </a:r>
            <a:endParaRPr lang="fi-FI"/>
          </a:p>
        </p:txBody>
      </p:sp>
      <p:sp>
        <p:nvSpPr>
          <p:cNvPr id="18" name="Slide Number Placeholder 17">
            <a:extLst>
              <a:ext uri="{FF2B5EF4-FFF2-40B4-BE49-F238E27FC236}">
                <a16:creationId xmlns:a16="http://schemas.microsoft.com/office/drawing/2014/main" id="{403A2772-315A-617D-06B2-3D441D432624}"/>
              </a:ext>
            </a:extLst>
          </p:cNvPr>
          <p:cNvSpPr>
            <a:spLocks noGrp="1"/>
          </p:cNvSpPr>
          <p:nvPr>
            <p:ph type="sldNum" sz="quarter" idx="12"/>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304392301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type="title" preserve="1">
  <p:cSld name="Title Slide 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75C4-164C-69B1-48F1-6ABBCFDD4649}"/>
              </a:ext>
            </a:extLst>
          </p:cNvPr>
          <p:cNvSpPr>
            <a:spLocks noGrp="1"/>
          </p:cNvSpPr>
          <p:nvPr>
            <p:ph type="ctrTitle"/>
          </p:nvPr>
        </p:nvSpPr>
        <p:spPr>
          <a:xfrm>
            <a:off x="407988" y="2936557"/>
            <a:ext cx="9792468" cy="492443"/>
          </a:xfrm>
        </p:spPr>
        <p:txBody>
          <a:bodyPr anchor="b" anchorCtr="0">
            <a:spAutoFit/>
          </a:bodyPr>
          <a:lstStyle>
            <a:lvl1pPr algn="l">
              <a:lnSpc>
                <a:spcPct val="100000"/>
              </a:lnSpc>
              <a:defRPr sz="3200">
                <a:latin typeface="+mj-lt"/>
              </a:defRPr>
            </a:lvl1pPr>
          </a:lstStyle>
          <a:p>
            <a:r>
              <a:rPr lang="en-US"/>
              <a:t>Click to edit Master title style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407988" y="3429000"/>
            <a:ext cx="9792468" cy="492443"/>
          </a:xfrm>
        </p:spPr>
        <p:txBody>
          <a:bodyPr>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a:p>
        </p:txBody>
      </p:sp>
      <p:sp>
        <p:nvSpPr>
          <p:cNvPr id="11" name="Freeform 5">
            <a:extLst>
              <a:ext uri="{FF2B5EF4-FFF2-40B4-BE49-F238E27FC236}">
                <a16:creationId xmlns:a16="http://schemas.microsoft.com/office/drawing/2014/main" id="{B048024D-E928-1A47-E81D-E73CEDEC703F}"/>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Lst>
          </p:cNvPr>
          <p:cNvCxnSpPr>
            <a:cxnSpLocks/>
          </p:cNvCxnSpPr>
          <p:nvPr/>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a:xfrm>
            <a:off x="10200456" y="6309320"/>
            <a:ext cx="1152128" cy="143868"/>
          </a:xfrm>
          <a:prstGeom prst="rect">
            <a:avLst/>
          </a:prstGeom>
        </p:spPr>
        <p:txBody>
          <a:bodyPr/>
          <a:lstStyle/>
          <a:p>
            <a:r>
              <a:rPr lang="fi-FI"/>
              <a:t>06.05.2026</a:t>
            </a:r>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a:xfrm>
            <a:off x="1271464" y="6309320"/>
            <a:ext cx="8928992" cy="143869"/>
          </a:xfrm>
          <a:prstGeom prst="rect">
            <a:avLst/>
          </a:prstGeom>
        </p:spPr>
        <p:txBody>
          <a:bodyPr/>
          <a:lstStyle/>
          <a:p>
            <a:r>
              <a:rPr lang="pt-BR"/>
              <a:t>Enrico Glerean (2026) CC-BY</a:t>
            </a:r>
            <a:endParaRPr lang="fi-FI"/>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412890094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type="title" preserve="1">
  <p:cSld name="Title Slide Yellow">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75C4-164C-69B1-48F1-6ABBCFDD4649}"/>
              </a:ext>
            </a:extLst>
          </p:cNvPr>
          <p:cNvSpPr>
            <a:spLocks noGrp="1"/>
          </p:cNvSpPr>
          <p:nvPr>
            <p:ph type="ctrTitle"/>
          </p:nvPr>
        </p:nvSpPr>
        <p:spPr>
          <a:xfrm>
            <a:off x="407988" y="2936557"/>
            <a:ext cx="9792468" cy="492443"/>
          </a:xfrm>
        </p:spPr>
        <p:txBody>
          <a:bodyPr anchor="b" anchorCtr="0">
            <a:spAutoFit/>
          </a:bodyPr>
          <a:lstStyle>
            <a:lvl1pPr algn="l">
              <a:lnSpc>
                <a:spcPct val="100000"/>
              </a:lnSpc>
              <a:defRPr sz="3200">
                <a:latin typeface="+mj-lt"/>
              </a:defRPr>
            </a:lvl1pPr>
          </a:lstStyle>
          <a:p>
            <a:r>
              <a:rPr lang="en-US"/>
              <a:t>Click to edit Master title style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407988" y="3429000"/>
            <a:ext cx="9792468" cy="492443"/>
          </a:xfrm>
        </p:spPr>
        <p:txBody>
          <a:bodyPr>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a:p>
        </p:txBody>
      </p:sp>
      <p:sp>
        <p:nvSpPr>
          <p:cNvPr id="11" name="Freeform 5">
            <a:extLst>
              <a:ext uri="{FF2B5EF4-FFF2-40B4-BE49-F238E27FC236}">
                <a16:creationId xmlns:a16="http://schemas.microsoft.com/office/drawing/2014/main" id="{B048024D-E928-1A47-E81D-E73CEDEC703F}"/>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Lst>
          </p:cNvPr>
          <p:cNvCxnSpPr>
            <a:cxnSpLocks/>
          </p:cNvCxnSpPr>
          <p:nvPr/>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a:xfrm>
            <a:off x="10200456" y="6309320"/>
            <a:ext cx="1152128" cy="143868"/>
          </a:xfrm>
          <a:prstGeom prst="rect">
            <a:avLst/>
          </a:prstGeom>
        </p:spPr>
        <p:txBody>
          <a:bodyPr/>
          <a:lstStyle/>
          <a:p>
            <a:r>
              <a:rPr lang="fi-FI"/>
              <a:t>06.05.2026</a:t>
            </a:r>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a:xfrm>
            <a:off x="1271464" y="6309320"/>
            <a:ext cx="8928992" cy="143869"/>
          </a:xfrm>
          <a:prstGeom prst="rect">
            <a:avLst/>
          </a:prstGeom>
        </p:spPr>
        <p:txBody>
          <a:bodyPr/>
          <a:lstStyle/>
          <a:p>
            <a:r>
              <a:rPr lang="pt-BR"/>
              <a:t>Enrico Glerean (2026) CC-BY</a:t>
            </a:r>
            <a:endParaRPr lang="fi-FI"/>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265962725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type="title" preserve="1">
  <p:cSld name="Title Slide CC-BY 4.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75C4-164C-69B1-48F1-6ABBCFDD4649}"/>
              </a:ext>
            </a:extLst>
          </p:cNvPr>
          <p:cNvSpPr>
            <a:spLocks noGrp="1"/>
          </p:cNvSpPr>
          <p:nvPr>
            <p:ph type="ctrTitle"/>
          </p:nvPr>
        </p:nvSpPr>
        <p:spPr>
          <a:xfrm>
            <a:off x="407988" y="2936557"/>
            <a:ext cx="9792468" cy="492443"/>
          </a:xfrm>
        </p:spPr>
        <p:txBody>
          <a:bodyPr anchor="b" anchorCtr="0">
            <a:spAutoFit/>
          </a:bodyPr>
          <a:lstStyle>
            <a:lvl1pPr algn="l">
              <a:lnSpc>
                <a:spcPct val="100000"/>
              </a:lnSpc>
              <a:defRPr sz="3200">
                <a:latin typeface="+mj-lt"/>
              </a:defRPr>
            </a:lvl1pPr>
          </a:lstStyle>
          <a:p>
            <a:r>
              <a:rPr lang="en-US"/>
              <a:t>Click to edit Master title style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407988" y="3429000"/>
            <a:ext cx="9792468" cy="492443"/>
          </a:xfrm>
        </p:spPr>
        <p:txBody>
          <a:bodyPr>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a:p>
        </p:txBody>
      </p:sp>
      <p:sp>
        <p:nvSpPr>
          <p:cNvPr id="11" name="Freeform 5">
            <a:extLst>
              <a:ext uri="{FF2B5EF4-FFF2-40B4-BE49-F238E27FC236}">
                <a16:creationId xmlns:a16="http://schemas.microsoft.com/office/drawing/2014/main" id="{B048024D-E928-1A47-E81D-E73CEDEC703F}"/>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Lst>
          </p:cNvPr>
          <p:cNvCxnSpPr>
            <a:cxnSpLocks/>
          </p:cNvCxnSpPr>
          <p:nvPr/>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a:xfrm>
            <a:off x="10200456" y="6309320"/>
            <a:ext cx="1152128" cy="143868"/>
          </a:xfrm>
          <a:prstGeom prst="rect">
            <a:avLst/>
          </a:prstGeom>
        </p:spPr>
        <p:txBody>
          <a:bodyPr/>
          <a:lstStyle/>
          <a:p>
            <a:r>
              <a:rPr lang="fi-FI"/>
              <a:t>06.05.2026</a:t>
            </a:r>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p>
            <a:fld id="{D701140D-C14F-41CA-99FC-0EF83E8DA40A}" type="slidenum">
              <a:rPr lang="fi-FI" smtClean="0"/>
              <a:pPr/>
              <a:t>‹#›</a:t>
            </a:fld>
            <a:endParaRPr lang="fi-FI"/>
          </a:p>
        </p:txBody>
      </p:sp>
      <p:sp>
        <p:nvSpPr>
          <p:cNvPr id="7" name="Footer Placeholder 23">
            <a:extLst>
              <a:ext uri="{FF2B5EF4-FFF2-40B4-BE49-F238E27FC236}">
                <a16:creationId xmlns:a16="http://schemas.microsoft.com/office/drawing/2014/main" id="{FCC3E25D-5FFA-8583-6320-58A891113814}"/>
              </a:ext>
            </a:extLst>
          </p:cNvPr>
          <p:cNvSpPr>
            <a:spLocks noGrp="1"/>
          </p:cNvSpPr>
          <p:nvPr>
            <p:ph type="ftr" sz="quarter" idx="11"/>
          </p:nvPr>
        </p:nvSpPr>
        <p:spPr>
          <a:xfrm>
            <a:off x="3071664" y="6309320"/>
            <a:ext cx="7128792" cy="143869"/>
          </a:xfrm>
          <a:prstGeom prst="rect">
            <a:avLst/>
          </a:prstGeom>
        </p:spPr>
        <p:txBody>
          <a:bodyPr/>
          <a:lstStyle/>
          <a:p>
            <a:r>
              <a:rPr lang="pt-BR"/>
              <a:t>Enrico Glerean (2026) CC-BY</a:t>
            </a:r>
            <a:endParaRPr lang="fi-FI"/>
          </a:p>
        </p:txBody>
      </p:sp>
      <p:pic>
        <p:nvPicPr>
          <p:cNvPr id="8" name="Picture 7" descr="Icon&#10;&#10;Description automatically generated">
            <a:hlinkClick r:id="rId2"/>
            <a:extLst>
              <a:ext uri="{FF2B5EF4-FFF2-40B4-BE49-F238E27FC236}">
                <a16:creationId xmlns:a16="http://schemas.microsoft.com/office/drawing/2014/main" id="{F108979D-2C35-8DF7-C967-157BD0DD7FD6}"/>
              </a:ext>
            </a:extLst>
          </p:cNvPr>
          <p:cNvPicPr>
            <a:picLocks noChangeAspect="1"/>
          </p:cNvPicPr>
          <p:nvPr/>
        </p:nvPicPr>
        <p:blipFill>
          <a:blip r:embed="rId3">
            <a:biLevel thresh="75000"/>
            <a:extLst>
              <a:ext uri="{BEBA8EAE-BF5A-486C-A8C5-ECC9F3942E4B}">
                <a14:imgProps xmlns:a14="http://schemas.microsoft.com/office/drawing/2010/main">
                  <a14:imgLayer r:embed="rId4">
                    <a14:imgEffect>
                      <a14:saturation sat="400000"/>
                    </a14:imgEffect>
                    <a14:imgEffect>
                      <a14:brightnessContrast bright="-40000" contrast="-40000"/>
                    </a14:imgEffect>
                  </a14:imgLayer>
                </a14:imgProps>
              </a:ext>
            </a:extLst>
          </a:blip>
          <a:stretch>
            <a:fillRect/>
          </a:stretch>
        </p:blipFill>
        <p:spPr>
          <a:xfrm>
            <a:off x="839456" y="6093296"/>
            <a:ext cx="360000" cy="360000"/>
          </a:xfrm>
          <a:prstGeom prst="rect">
            <a:avLst/>
          </a:prstGeom>
        </p:spPr>
      </p:pic>
      <p:pic>
        <p:nvPicPr>
          <p:cNvPr id="9" name="Picture 8" descr="Icon&#10;&#10;Description automatically generated">
            <a:hlinkClick r:id="rId2"/>
            <a:extLst>
              <a:ext uri="{FF2B5EF4-FFF2-40B4-BE49-F238E27FC236}">
                <a16:creationId xmlns:a16="http://schemas.microsoft.com/office/drawing/2014/main" id="{C1BC6918-6C5B-C3AF-A51B-FB591F80BF0B}"/>
              </a:ext>
            </a:extLst>
          </p:cNvPr>
          <p:cNvPicPr>
            <a:picLocks noChangeAspect="1"/>
          </p:cNvPicPr>
          <p:nvPr/>
        </p:nvPicPr>
        <p:blipFill>
          <a:blip r:embed="rId5">
            <a:biLevel thresh="75000"/>
            <a:extLst>
              <a:ext uri="{BEBA8EAE-BF5A-486C-A8C5-ECC9F3942E4B}">
                <a14:imgProps xmlns:a14="http://schemas.microsoft.com/office/drawing/2010/main">
                  <a14:imgLayer r:embed="rId6">
                    <a14:imgEffect>
                      <a14:saturation sat="400000"/>
                    </a14:imgEffect>
                    <a14:imgEffect>
                      <a14:brightnessContrast bright="-40000" contrast="-40000"/>
                    </a14:imgEffect>
                  </a14:imgLayer>
                </a14:imgProps>
              </a:ext>
            </a:extLst>
          </a:blip>
          <a:stretch>
            <a:fillRect/>
          </a:stretch>
        </p:blipFill>
        <p:spPr>
          <a:xfrm>
            <a:off x="407988" y="6093296"/>
            <a:ext cx="360000" cy="360000"/>
          </a:xfrm>
          <a:prstGeom prst="rect">
            <a:avLst/>
          </a:prstGeom>
        </p:spPr>
      </p:pic>
      <p:sp>
        <p:nvSpPr>
          <p:cNvPr id="10" name="TextBox 9">
            <a:extLst>
              <a:ext uri="{FF2B5EF4-FFF2-40B4-BE49-F238E27FC236}">
                <a16:creationId xmlns:a16="http://schemas.microsoft.com/office/drawing/2014/main" id="{0C85E044-ACE3-4A12-B709-E06CC826CC30}"/>
              </a:ext>
            </a:extLst>
          </p:cNvPr>
          <p:cNvSpPr txBox="1"/>
          <p:nvPr/>
        </p:nvSpPr>
        <p:spPr>
          <a:xfrm>
            <a:off x="1271696" y="6093296"/>
            <a:ext cx="1799968" cy="360040"/>
          </a:xfrm>
          <a:prstGeom prst="rect">
            <a:avLst/>
          </a:prstGeom>
          <a:noFill/>
        </p:spPr>
        <p:txBody>
          <a:bodyPr wrap="square" lIns="0" tIns="0" rIns="0" bIns="0" rtlCol="0" anchor="ctr" anchorCtr="0">
            <a:noAutofit/>
          </a:bodyPr>
          <a:lstStyle/>
          <a:p>
            <a:pPr algn="l"/>
            <a:r>
              <a:rPr lang="en-GB" sz="800">
                <a:solidFill>
                  <a:schemeClr val="tx1"/>
                </a:solidFill>
                <a:effectLst/>
              </a:rPr>
              <a:t>Content is available under</a:t>
            </a:r>
          </a:p>
          <a:p>
            <a:pPr algn="l"/>
            <a:r>
              <a:rPr lang="en-GB" sz="800">
                <a:solidFill>
                  <a:schemeClr val="tx1"/>
                </a:solidFill>
                <a:effectLst/>
              </a:rPr>
              <a:t>CC BY 4.0 unless otherwise stated</a:t>
            </a:r>
          </a:p>
        </p:txBody>
      </p:sp>
    </p:spTree>
    <p:extLst>
      <p:ext uri="{BB962C8B-B14F-4D97-AF65-F5344CB8AC3E}">
        <p14:creationId xmlns:p14="http://schemas.microsoft.com/office/powerpoint/2010/main" val="59652645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type="title" preserve="1">
  <p:cSld name="Title Slide CC-BY-NC 4.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75C4-164C-69B1-48F1-6ABBCFDD4649}"/>
              </a:ext>
            </a:extLst>
          </p:cNvPr>
          <p:cNvSpPr>
            <a:spLocks noGrp="1"/>
          </p:cNvSpPr>
          <p:nvPr>
            <p:ph type="ctrTitle"/>
          </p:nvPr>
        </p:nvSpPr>
        <p:spPr>
          <a:xfrm>
            <a:off x="407988" y="2936557"/>
            <a:ext cx="9792468" cy="492443"/>
          </a:xfrm>
        </p:spPr>
        <p:txBody>
          <a:bodyPr anchor="b" anchorCtr="0">
            <a:spAutoFit/>
          </a:bodyPr>
          <a:lstStyle>
            <a:lvl1pPr algn="l">
              <a:lnSpc>
                <a:spcPct val="100000"/>
              </a:lnSpc>
              <a:defRPr sz="3200">
                <a:latin typeface="+mj-lt"/>
              </a:defRPr>
            </a:lvl1pPr>
          </a:lstStyle>
          <a:p>
            <a:r>
              <a:rPr lang="en-US"/>
              <a:t>Click to edit Master title style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407988" y="3429000"/>
            <a:ext cx="9792468" cy="492443"/>
          </a:xfrm>
        </p:spPr>
        <p:txBody>
          <a:bodyPr>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a:p>
        </p:txBody>
      </p:sp>
      <p:sp>
        <p:nvSpPr>
          <p:cNvPr id="11" name="Freeform 5">
            <a:extLst>
              <a:ext uri="{FF2B5EF4-FFF2-40B4-BE49-F238E27FC236}">
                <a16:creationId xmlns:a16="http://schemas.microsoft.com/office/drawing/2014/main" id="{B048024D-E928-1A47-E81D-E73CEDEC703F}"/>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Lst>
          </p:cNvPr>
          <p:cNvCxnSpPr>
            <a:cxnSpLocks/>
          </p:cNvCxnSpPr>
          <p:nvPr/>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a:xfrm>
            <a:off x="10200456" y="6309320"/>
            <a:ext cx="1152128" cy="143868"/>
          </a:xfrm>
          <a:prstGeom prst="rect">
            <a:avLst/>
          </a:prstGeom>
        </p:spPr>
        <p:txBody>
          <a:bodyPr/>
          <a:lstStyle/>
          <a:p>
            <a:r>
              <a:rPr lang="fi-FI"/>
              <a:t>06.05.2026</a:t>
            </a:r>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p>
            <a:fld id="{D701140D-C14F-41CA-99FC-0EF83E8DA40A}" type="slidenum">
              <a:rPr lang="fi-FI" smtClean="0"/>
              <a:pPr/>
              <a:t>‹#›</a:t>
            </a:fld>
            <a:endParaRPr lang="fi-FI"/>
          </a:p>
        </p:txBody>
      </p:sp>
      <p:sp>
        <p:nvSpPr>
          <p:cNvPr id="7" name="Footer Placeholder 23">
            <a:extLst>
              <a:ext uri="{FF2B5EF4-FFF2-40B4-BE49-F238E27FC236}">
                <a16:creationId xmlns:a16="http://schemas.microsoft.com/office/drawing/2014/main" id="{FCC3E25D-5FFA-8583-6320-58A891113814}"/>
              </a:ext>
            </a:extLst>
          </p:cNvPr>
          <p:cNvSpPr>
            <a:spLocks noGrp="1"/>
          </p:cNvSpPr>
          <p:nvPr>
            <p:ph type="ftr" sz="quarter" idx="11"/>
          </p:nvPr>
        </p:nvSpPr>
        <p:spPr>
          <a:xfrm>
            <a:off x="3647728" y="6309320"/>
            <a:ext cx="6552728" cy="143869"/>
          </a:xfrm>
          <a:prstGeom prst="rect">
            <a:avLst/>
          </a:prstGeom>
        </p:spPr>
        <p:txBody>
          <a:bodyPr/>
          <a:lstStyle/>
          <a:p>
            <a:r>
              <a:rPr lang="pt-BR"/>
              <a:t>Enrico Glerean (2026) CC-BY</a:t>
            </a:r>
            <a:endParaRPr lang="fi-FI"/>
          </a:p>
        </p:txBody>
      </p:sp>
      <p:pic>
        <p:nvPicPr>
          <p:cNvPr id="8" name="Picture 7" descr="Icon&#10;&#10;Description automatically generated">
            <a:hlinkClick r:id="rId2"/>
            <a:extLst>
              <a:ext uri="{FF2B5EF4-FFF2-40B4-BE49-F238E27FC236}">
                <a16:creationId xmlns:a16="http://schemas.microsoft.com/office/drawing/2014/main" id="{F108979D-2C35-8DF7-C967-157BD0DD7FD6}"/>
              </a:ext>
            </a:extLst>
          </p:cNvPr>
          <p:cNvPicPr>
            <a:picLocks noChangeAspect="1"/>
          </p:cNvPicPr>
          <p:nvPr/>
        </p:nvPicPr>
        <p:blipFill>
          <a:blip r:embed="rId3">
            <a:biLevel thresh="75000"/>
            <a:extLst>
              <a:ext uri="{BEBA8EAE-BF5A-486C-A8C5-ECC9F3942E4B}">
                <a14:imgProps xmlns:a14="http://schemas.microsoft.com/office/drawing/2010/main">
                  <a14:imgLayer r:embed="rId4">
                    <a14:imgEffect>
                      <a14:saturation sat="400000"/>
                    </a14:imgEffect>
                    <a14:imgEffect>
                      <a14:brightnessContrast bright="-40000" contrast="-40000"/>
                    </a14:imgEffect>
                  </a14:imgLayer>
                </a14:imgProps>
              </a:ext>
            </a:extLst>
          </a:blip>
          <a:stretch>
            <a:fillRect/>
          </a:stretch>
        </p:blipFill>
        <p:spPr>
          <a:xfrm>
            <a:off x="839456" y="6093296"/>
            <a:ext cx="360000" cy="360000"/>
          </a:xfrm>
          <a:prstGeom prst="rect">
            <a:avLst/>
          </a:prstGeom>
        </p:spPr>
      </p:pic>
      <p:pic>
        <p:nvPicPr>
          <p:cNvPr id="9" name="Picture 8" descr="Icon&#10;&#10;Description automatically generated">
            <a:hlinkClick r:id="rId2"/>
            <a:extLst>
              <a:ext uri="{FF2B5EF4-FFF2-40B4-BE49-F238E27FC236}">
                <a16:creationId xmlns:a16="http://schemas.microsoft.com/office/drawing/2014/main" id="{C1BC6918-6C5B-C3AF-A51B-FB591F80BF0B}"/>
              </a:ext>
            </a:extLst>
          </p:cNvPr>
          <p:cNvPicPr>
            <a:picLocks noChangeAspect="1"/>
          </p:cNvPicPr>
          <p:nvPr/>
        </p:nvPicPr>
        <p:blipFill>
          <a:blip r:embed="rId5">
            <a:biLevel thresh="75000"/>
            <a:extLst>
              <a:ext uri="{BEBA8EAE-BF5A-486C-A8C5-ECC9F3942E4B}">
                <a14:imgProps xmlns:a14="http://schemas.microsoft.com/office/drawing/2010/main">
                  <a14:imgLayer r:embed="rId6">
                    <a14:imgEffect>
                      <a14:saturation sat="400000"/>
                    </a14:imgEffect>
                    <a14:imgEffect>
                      <a14:brightnessContrast bright="-40000" contrast="-40000"/>
                    </a14:imgEffect>
                  </a14:imgLayer>
                </a14:imgProps>
              </a:ext>
            </a:extLst>
          </a:blip>
          <a:stretch>
            <a:fillRect/>
          </a:stretch>
        </p:blipFill>
        <p:spPr>
          <a:xfrm>
            <a:off x="407988" y="6093296"/>
            <a:ext cx="360000" cy="360000"/>
          </a:xfrm>
          <a:prstGeom prst="rect">
            <a:avLst/>
          </a:prstGeom>
        </p:spPr>
      </p:pic>
      <p:sp>
        <p:nvSpPr>
          <p:cNvPr id="10" name="TextBox 9">
            <a:extLst>
              <a:ext uri="{FF2B5EF4-FFF2-40B4-BE49-F238E27FC236}">
                <a16:creationId xmlns:a16="http://schemas.microsoft.com/office/drawing/2014/main" id="{0C85E044-ACE3-4A12-B709-E06CC826CC30}"/>
              </a:ext>
            </a:extLst>
          </p:cNvPr>
          <p:cNvSpPr txBox="1"/>
          <p:nvPr/>
        </p:nvSpPr>
        <p:spPr>
          <a:xfrm>
            <a:off x="1703744" y="6093296"/>
            <a:ext cx="1871976" cy="360040"/>
          </a:xfrm>
          <a:prstGeom prst="rect">
            <a:avLst/>
          </a:prstGeom>
          <a:noFill/>
        </p:spPr>
        <p:txBody>
          <a:bodyPr wrap="square" lIns="0" tIns="0" rIns="0" bIns="0" rtlCol="0" anchor="ctr" anchorCtr="0">
            <a:noAutofit/>
          </a:bodyPr>
          <a:lstStyle/>
          <a:p>
            <a:pPr algn="l"/>
            <a:r>
              <a:rPr lang="en-US" sz="800">
                <a:solidFill>
                  <a:schemeClr val="tx1"/>
                </a:solidFill>
                <a:effectLst/>
              </a:rPr>
              <a:t>Content is available under</a:t>
            </a:r>
          </a:p>
          <a:p>
            <a:pPr algn="l"/>
            <a:r>
              <a:rPr lang="en-US" sz="800">
                <a:solidFill>
                  <a:schemeClr val="tx1"/>
                </a:solidFill>
                <a:effectLst/>
              </a:rPr>
              <a:t>CC BY-NC 4.0 unless otherwise stated</a:t>
            </a:r>
            <a:endParaRPr lang="en-GB" sz="800">
              <a:solidFill>
                <a:schemeClr val="tx1"/>
              </a:solidFill>
              <a:effectLst/>
            </a:endParaRPr>
          </a:p>
        </p:txBody>
      </p:sp>
      <p:pic>
        <p:nvPicPr>
          <p:cNvPr id="4" name="Picture 3" descr="Icon&#10;&#10;Description automatically generated">
            <a:hlinkClick r:id="rId2"/>
            <a:extLst>
              <a:ext uri="{FF2B5EF4-FFF2-40B4-BE49-F238E27FC236}">
                <a16:creationId xmlns:a16="http://schemas.microsoft.com/office/drawing/2014/main" id="{746A0EE7-1655-B8BB-A7A6-5A671F5AC352}"/>
              </a:ext>
            </a:extLst>
          </p:cNvPr>
          <p:cNvPicPr>
            <a:picLocks noChangeAspect="1"/>
          </p:cNvPicPr>
          <p:nvPr/>
        </p:nvPicPr>
        <p:blipFill>
          <a:blip r:embed="rId7">
            <a:biLevel thresh="75000"/>
            <a:extLst>
              <a:ext uri="{BEBA8EAE-BF5A-486C-A8C5-ECC9F3942E4B}">
                <a14:imgProps xmlns:a14="http://schemas.microsoft.com/office/drawing/2010/main">
                  <a14:imgLayer r:embed="rId8">
                    <a14:imgEffect>
                      <a14:brightnessContrast bright="-40000" contrast="-40000"/>
                    </a14:imgEffect>
                  </a14:imgLayer>
                </a14:imgProps>
              </a:ext>
            </a:extLst>
          </a:blip>
          <a:stretch>
            <a:fillRect/>
          </a:stretch>
        </p:blipFill>
        <p:spPr>
          <a:xfrm>
            <a:off x="1271504" y="6093296"/>
            <a:ext cx="360000" cy="360000"/>
          </a:xfrm>
          <a:prstGeom prst="rect">
            <a:avLst/>
          </a:prstGeom>
        </p:spPr>
      </p:pic>
    </p:spTree>
    <p:extLst>
      <p:ext uri="{BB962C8B-B14F-4D97-AF65-F5344CB8AC3E}">
        <p14:creationId xmlns:p14="http://schemas.microsoft.com/office/powerpoint/2010/main" val="132329590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type="title" preserve="1">
  <p:cSld name="Title Slide CC-BY-SA 4.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75C4-164C-69B1-48F1-6ABBCFDD4649}"/>
              </a:ext>
            </a:extLst>
          </p:cNvPr>
          <p:cNvSpPr>
            <a:spLocks noGrp="1"/>
          </p:cNvSpPr>
          <p:nvPr>
            <p:ph type="ctrTitle"/>
          </p:nvPr>
        </p:nvSpPr>
        <p:spPr>
          <a:xfrm>
            <a:off x="407988" y="2936557"/>
            <a:ext cx="9792468" cy="492443"/>
          </a:xfrm>
        </p:spPr>
        <p:txBody>
          <a:bodyPr anchor="b" anchorCtr="0">
            <a:spAutoFit/>
          </a:bodyPr>
          <a:lstStyle>
            <a:lvl1pPr algn="l">
              <a:lnSpc>
                <a:spcPct val="100000"/>
              </a:lnSpc>
              <a:defRPr sz="3200">
                <a:latin typeface="+mj-lt"/>
              </a:defRPr>
            </a:lvl1pPr>
          </a:lstStyle>
          <a:p>
            <a:r>
              <a:rPr lang="en-US"/>
              <a:t>Click to edit Master title style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407988" y="3429000"/>
            <a:ext cx="9792468" cy="492443"/>
          </a:xfrm>
        </p:spPr>
        <p:txBody>
          <a:bodyPr>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a:p>
        </p:txBody>
      </p:sp>
      <p:sp>
        <p:nvSpPr>
          <p:cNvPr id="11" name="Freeform 5">
            <a:extLst>
              <a:ext uri="{FF2B5EF4-FFF2-40B4-BE49-F238E27FC236}">
                <a16:creationId xmlns:a16="http://schemas.microsoft.com/office/drawing/2014/main" id="{B048024D-E928-1A47-E81D-E73CEDEC703F}"/>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Lst>
          </p:cNvPr>
          <p:cNvCxnSpPr>
            <a:cxnSpLocks/>
          </p:cNvCxnSpPr>
          <p:nvPr/>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a:xfrm>
            <a:off x="10200456" y="6309320"/>
            <a:ext cx="1152128" cy="143868"/>
          </a:xfrm>
          <a:prstGeom prst="rect">
            <a:avLst/>
          </a:prstGeom>
        </p:spPr>
        <p:txBody>
          <a:bodyPr/>
          <a:lstStyle/>
          <a:p>
            <a:r>
              <a:rPr lang="fi-FI"/>
              <a:t>06.05.2026</a:t>
            </a:r>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p>
            <a:fld id="{D701140D-C14F-41CA-99FC-0EF83E8DA40A}" type="slidenum">
              <a:rPr lang="fi-FI" smtClean="0"/>
              <a:pPr/>
              <a:t>‹#›</a:t>
            </a:fld>
            <a:endParaRPr lang="fi-FI"/>
          </a:p>
        </p:txBody>
      </p:sp>
      <p:sp>
        <p:nvSpPr>
          <p:cNvPr id="7" name="Footer Placeholder 23">
            <a:extLst>
              <a:ext uri="{FF2B5EF4-FFF2-40B4-BE49-F238E27FC236}">
                <a16:creationId xmlns:a16="http://schemas.microsoft.com/office/drawing/2014/main" id="{FCC3E25D-5FFA-8583-6320-58A891113814}"/>
              </a:ext>
            </a:extLst>
          </p:cNvPr>
          <p:cNvSpPr>
            <a:spLocks noGrp="1"/>
          </p:cNvSpPr>
          <p:nvPr>
            <p:ph type="ftr" sz="quarter" idx="11"/>
          </p:nvPr>
        </p:nvSpPr>
        <p:spPr>
          <a:xfrm>
            <a:off x="3647728" y="6309320"/>
            <a:ext cx="6552728" cy="143869"/>
          </a:xfrm>
          <a:prstGeom prst="rect">
            <a:avLst/>
          </a:prstGeom>
        </p:spPr>
        <p:txBody>
          <a:bodyPr/>
          <a:lstStyle/>
          <a:p>
            <a:r>
              <a:rPr lang="pt-BR"/>
              <a:t>Enrico Glerean (2026) CC-BY</a:t>
            </a:r>
            <a:endParaRPr lang="fi-FI"/>
          </a:p>
        </p:txBody>
      </p:sp>
      <p:pic>
        <p:nvPicPr>
          <p:cNvPr id="8" name="Picture 7" descr="Icon&#10;&#10;Description automatically generated">
            <a:hlinkClick r:id="rId2"/>
            <a:extLst>
              <a:ext uri="{FF2B5EF4-FFF2-40B4-BE49-F238E27FC236}">
                <a16:creationId xmlns:a16="http://schemas.microsoft.com/office/drawing/2014/main" id="{F108979D-2C35-8DF7-C967-157BD0DD7FD6}"/>
              </a:ext>
            </a:extLst>
          </p:cNvPr>
          <p:cNvPicPr>
            <a:picLocks noChangeAspect="1"/>
          </p:cNvPicPr>
          <p:nvPr/>
        </p:nvPicPr>
        <p:blipFill>
          <a:blip r:embed="rId3">
            <a:biLevel thresh="75000"/>
            <a:extLst>
              <a:ext uri="{BEBA8EAE-BF5A-486C-A8C5-ECC9F3942E4B}">
                <a14:imgProps xmlns:a14="http://schemas.microsoft.com/office/drawing/2010/main">
                  <a14:imgLayer r:embed="rId4">
                    <a14:imgEffect>
                      <a14:saturation sat="400000"/>
                    </a14:imgEffect>
                    <a14:imgEffect>
                      <a14:brightnessContrast bright="-40000" contrast="-40000"/>
                    </a14:imgEffect>
                  </a14:imgLayer>
                </a14:imgProps>
              </a:ext>
            </a:extLst>
          </a:blip>
          <a:stretch>
            <a:fillRect/>
          </a:stretch>
        </p:blipFill>
        <p:spPr>
          <a:xfrm>
            <a:off x="839456" y="6093296"/>
            <a:ext cx="360000" cy="360000"/>
          </a:xfrm>
          <a:prstGeom prst="rect">
            <a:avLst/>
          </a:prstGeom>
        </p:spPr>
      </p:pic>
      <p:pic>
        <p:nvPicPr>
          <p:cNvPr id="9" name="Picture 8" descr="Icon&#10;&#10;Description automatically generated">
            <a:hlinkClick r:id="rId2"/>
            <a:extLst>
              <a:ext uri="{FF2B5EF4-FFF2-40B4-BE49-F238E27FC236}">
                <a16:creationId xmlns:a16="http://schemas.microsoft.com/office/drawing/2014/main" id="{C1BC6918-6C5B-C3AF-A51B-FB591F80BF0B}"/>
              </a:ext>
            </a:extLst>
          </p:cNvPr>
          <p:cNvPicPr>
            <a:picLocks noChangeAspect="1"/>
          </p:cNvPicPr>
          <p:nvPr/>
        </p:nvPicPr>
        <p:blipFill>
          <a:blip r:embed="rId5">
            <a:biLevel thresh="75000"/>
            <a:extLst>
              <a:ext uri="{BEBA8EAE-BF5A-486C-A8C5-ECC9F3942E4B}">
                <a14:imgProps xmlns:a14="http://schemas.microsoft.com/office/drawing/2010/main">
                  <a14:imgLayer r:embed="rId6">
                    <a14:imgEffect>
                      <a14:saturation sat="400000"/>
                    </a14:imgEffect>
                    <a14:imgEffect>
                      <a14:brightnessContrast bright="-40000" contrast="-40000"/>
                    </a14:imgEffect>
                  </a14:imgLayer>
                </a14:imgProps>
              </a:ext>
            </a:extLst>
          </a:blip>
          <a:stretch>
            <a:fillRect/>
          </a:stretch>
        </p:blipFill>
        <p:spPr>
          <a:xfrm>
            <a:off x="407988" y="6093296"/>
            <a:ext cx="360000" cy="360000"/>
          </a:xfrm>
          <a:prstGeom prst="rect">
            <a:avLst/>
          </a:prstGeom>
        </p:spPr>
      </p:pic>
      <p:sp>
        <p:nvSpPr>
          <p:cNvPr id="10" name="TextBox 9">
            <a:extLst>
              <a:ext uri="{FF2B5EF4-FFF2-40B4-BE49-F238E27FC236}">
                <a16:creationId xmlns:a16="http://schemas.microsoft.com/office/drawing/2014/main" id="{0C85E044-ACE3-4A12-B709-E06CC826CC30}"/>
              </a:ext>
            </a:extLst>
          </p:cNvPr>
          <p:cNvSpPr txBox="1"/>
          <p:nvPr/>
        </p:nvSpPr>
        <p:spPr>
          <a:xfrm>
            <a:off x="1703744" y="6093296"/>
            <a:ext cx="1871976" cy="360040"/>
          </a:xfrm>
          <a:prstGeom prst="rect">
            <a:avLst/>
          </a:prstGeom>
          <a:noFill/>
        </p:spPr>
        <p:txBody>
          <a:bodyPr wrap="square" lIns="0" tIns="0" rIns="0" bIns="0" rtlCol="0" anchor="ctr" anchorCtr="0">
            <a:noAutofit/>
          </a:bodyPr>
          <a:lstStyle/>
          <a:p>
            <a:pPr algn="l"/>
            <a:r>
              <a:rPr lang="en-US" sz="800">
                <a:solidFill>
                  <a:schemeClr val="tx1"/>
                </a:solidFill>
                <a:effectLst/>
              </a:rPr>
              <a:t>Content is available under</a:t>
            </a:r>
          </a:p>
          <a:p>
            <a:pPr algn="l"/>
            <a:r>
              <a:rPr lang="en-US" sz="800">
                <a:solidFill>
                  <a:schemeClr val="tx1"/>
                </a:solidFill>
                <a:effectLst/>
              </a:rPr>
              <a:t>CC BY-SA 4.0 unless otherwise stated</a:t>
            </a:r>
            <a:endParaRPr lang="en-GB" sz="800">
              <a:solidFill>
                <a:schemeClr val="tx1"/>
              </a:solidFill>
              <a:effectLst/>
            </a:endParaRPr>
          </a:p>
        </p:txBody>
      </p:sp>
      <p:pic>
        <p:nvPicPr>
          <p:cNvPr id="6" name="Picture 5" descr="Icon&#10;&#10;Description automatically generated">
            <a:hlinkClick r:id="rId2"/>
            <a:extLst>
              <a:ext uri="{FF2B5EF4-FFF2-40B4-BE49-F238E27FC236}">
                <a16:creationId xmlns:a16="http://schemas.microsoft.com/office/drawing/2014/main" id="{FC0491D6-8735-CD8F-1C61-5F39FCFAC6E9}"/>
              </a:ext>
            </a:extLst>
          </p:cNvPr>
          <p:cNvPicPr>
            <a:picLocks noChangeAspect="1"/>
          </p:cNvPicPr>
          <p:nvPr/>
        </p:nvPicPr>
        <p:blipFill>
          <a:blip r:embed="rId7">
            <a:biLevel thresh="75000"/>
            <a:extLst>
              <a:ext uri="{BEBA8EAE-BF5A-486C-A8C5-ECC9F3942E4B}">
                <a14:imgProps xmlns:a14="http://schemas.microsoft.com/office/drawing/2010/main">
                  <a14:imgLayer r:embed="rId8">
                    <a14:imgEffect>
                      <a14:brightnessContrast bright="-40000" contrast="-40000"/>
                    </a14:imgEffect>
                  </a14:imgLayer>
                </a14:imgProps>
              </a:ext>
            </a:extLst>
          </a:blip>
          <a:stretch>
            <a:fillRect/>
          </a:stretch>
        </p:blipFill>
        <p:spPr>
          <a:xfrm>
            <a:off x="1271464" y="6093296"/>
            <a:ext cx="360000" cy="360000"/>
          </a:xfrm>
          <a:prstGeom prst="rect">
            <a:avLst/>
          </a:prstGeom>
        </p:spPr>
      </p:pic>
    </p:spTree>
    <p:extLst>
      <p:ext uri="{BB962C8B-B14F-4D97-AF65-F5344CB8AC3E}">
        <p14:creationId xmlns:p14="http://schemas.microsoft.com/office/powerpoint/2010/main" val="2863089145"/>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p:cSld name="Title Slide Picture Red">
    <p:bg>
      <p:bgPr>
        <a:solidFill>
          <a:schemeClr val="accent2"/>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spcBef>
                <a:spcPts val="0"/>
              </a:spcBef>
              <a:defRPr lang="en-US" sz="1200" dirty="0"/>
            </a:lvl1pPr>
          </a:lstStyle>
          <a:p>
            <a:pPr marR="0" lvl="0" fontAlgn="auto">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Aft>
                <a:spcPts val="0"/>
              </a:spcAft>
              <a:buClrTx/>
              <a:buSzTx/>
              <a:tabLst/>
            </a:pPr>
            <a:endParaRPr lang="en-US"/>
          </a:p>
        </p:txBody>
      </p:sp>
      <p:sp>
        <p:nvSpPr>
          <p:cNvPr id="8" name="Rectangle 7">
            <a:extLst>
              <a:ext uri="{FF2B5EF4-FFF2-40B4-BE49-F238E27FC236}">
                <a16:creationId xmlns:a16="http://schemas.microsoft.com/office/drawing/2014/main" id="{D777C7DB-D21C-CF04-BEAE-6225DF214D55}"/>
              </a:ext>
            </a:extLst>
          </p:cNvPr>
          <p:cNvSpPr/>
          <p:nvPr/>
        </p:nvSpPr>
        <p:spPr>
          <a:xfrm>
            <a:off x="0" y="0"/>
            <a:ext cx="6096000" cy="3429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latin typeface="+mj-lt"/>
              </a:defRPr>
            </a:lvl1pPr>
          </a:lstStyle>
          <a:p>
            <a:r>
              <a:rPr lang="en-US"/>
              <a:t>Headline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a:p>
        </p:txBody>
      </p:sp>
      <p:sp>
        <p:nvSpPr>
          <p:cNvPr id="11" name="Freeform 5">
            <a:extLst>
              <a:ext uri="{FF2B5EF4-FFF2-40B4-BE49-F238E27FC236}">
                <a16:creationId xmlns:a16="http://schemas.microsoft.com/office/drawing/2014/main" id="{B048024D-E928-1A47-E81D-E73CEDEC703F}"/>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Lst>
          </p:cNvPr>
          <p:cNvCxnSpPr>
            <a:cxnSpLocks/>
          </p:cNvCxnSpPr>
          <p:nvPr/>
        </p:nvCxnSpPr>
        <p:spPr>
          <a:xfrm>
            <a:off x="6600056" y="1233937"/>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43A70D3C-0CC8-FE4E-F52B-53CE8B81A6CF}"/>
              </a:ext>
            </a:extLst>
          </p:cNvPr>
          <p:cNvSpPr>
            <a:spLocks noGrp="1"/>
          </p:cNvSpPr>
          <p:nvPr>
            <p:ph type="dt" sz="half" idx="14"/>
          </p:nvPr>
        </p:nvSpPr>
        <p:spPr>
          <a:xfrm>
            <a:off x="10200456" y="6309320"/>
            <a:ext cx="1152128" cy="143868"/>
          </a:xfrm>
          <a:prstGeom prst="rect">
            <a:avLst/>
          </a:prstGeom>
        </p:spPr>
        <p:txBody>
          <a:bodyPr/>
          <a:lstStyle/>
          <a:p>
            <a:r>
              <a:rPr lang="fi-FI"/>
              <a:t>06.05.2026</a:t>
            </a:r>
          </a:p>
        </p:txBody>
      </p:sp>
      <p:sp>
        <p:nvSpPr>
          <p:cNvPr id="5" name="Footer Placeholder 4">
            <a:extLst>
              <a:ext uri="{FF2B5EF4-FFF2-40B4-BE49-F238E27FC236}">
                <a16:creationId xmlns:a16="http://schemas.microsoft.com/office/drawing/2014/main" id="{6435823F-DD19-8F3B-CB31-DC7AB7F7DD25}"/>
              </a:ext>
            </a:extLst>
          </p:cNvPr>
          <p:cNvSpPr>
            <a:spLocks noGrp="1"/>
          </p:cNvSpPr>
          <p:nvPr>
            <p:ph type="ftr" sz="quarter" idx="15"/>
          </p:nvPr>
        </p:nvSpPr>
        <p:spPr>
          <a:xfrm>
            <a:off x="1271464" y="6309320"/>
            <a:ext cx="8928992" cy="143869"/>
          </a:xfrm>
          <a:prstGeom prst="rect">
            <a:avLst/>
          </a:prstGeom>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97CA50C0-8868-D9E3-6151-7FEB6CA03A3F}"/>
              </a:ext>
            </a:extLst>
          </p:cNvPr>
          <p:cNvSpPr>
            <a:spLocks noGrp="1"/>
          </p:cNvSpPr>
          <p:nvPr>
            <p:ph type="sldNum" sz="quarter" idx="16"/>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395761810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p:cSld name="Title Slide Picture Blue">
    <p:bg>
      <p:bgPr>
        <a:solidFill>
          <a:schemeClr val="accent3"/>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8" name="Rectangle 7">
            <a:extLst>
              <a:ext uri="{FF2B5EF4-FFF2-40B4-BE49-F238E27FC236}">
                <a16:creationId xmlns:a16="http://schemas.microsoft.com/office/drawing/2014/main" id="{D777C7DB-D21C-CF04-BEAE-6225DF214D55}"/>
              </a:ext>
            </a:extLst>
          </p:cNvPr>
          <p:cNvSpPr/>
          <p:nvPr/>
        </p:nvSpPr>
        <p:spPr>
          <a:xfrm>
            <a:off x="0" y="0"/>
            <a:ext cx="6096000" cy="3429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latin typeface="+mj-lt"/>
              </a:defRPr>
            </a:lvl1pPr>
          </a:lstStyle>
          <a:p>
            <a:r>
              <a:rPr lang="en-US"/>
              <a:t>Headline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a:p>
        </p:txBody>
      </p:sp>
      <p:sp>
        <p:nvSpPr>
          <p:cNvPr id="11" name="Freeform 5">
            <a:extLst>
              <a:ext uri="{FF2B5EF4-FFF2-40B4-BE49-F238E27FC236}">
                <a16:creationId xmlns:a16="http://schemas.microsoft.com/office/drawing/2014/main" id="{B048024D-E928-1A47-E81D-E73CEDEC703F}"/>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Lst>
          </p:cNvPr>
          <p:cNvCxnSpPr>
            <a:cxnSpLocks/>
          </p:cNvCxnSpPr>
          <p:nvPr/>
        </p:nvCxnSpPr>
        <p:spPr>
          <a:xfrm>
            <a:off x="6600056" y="1233937"/>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692D525C-3081-B968-0AF5-7BEF0546FF81}"/>
              </a:ext>
            </a:extLst>
          </p:cNvPr>
          <p:cNvSpPr>
            <a:spLocks noGrp="1"/>
          </p:cNvSpPr>
          <p:nvPr>
            <p:ph type="dt" sz="half" idx="14"/>
          </p:nvPr>
        </p:nvSpPr>
        <p:spPr>
          <a:xfrm>
            <a:off x="10200456" y="6309320"/>
            <a:ext cx="1152128" cy="143868"/>
          </a:xfrm>
          <a:prstGeom prst="rect">
            <a:avLst/>
          </a:prstGeom>
        </p:spPr>
        <p:txBody>
          <a:bodyPr/>
          <a:lstStyle/>
          <a:p>
            <a:r>
              <a:rPr lang="fi-FI"/>
              <a:t>06.05.2026</a:t>
            </a:r>
          </a:p>
        </p:txBody>
      </p:sp>
      <p:sp>
        <p:nvSpPr>
          <p:cNvPr id="5" name="Footer Placeholder 4">
            <a:extLst>
              <a:ext uri="{FF2B5EF4-FFF2-40B4-BE49-F238E27FC236}">
                <a16:creationId xmlns:a16="http://schemas.microsoft.com/office/drawing/2014/main" id="{392A5AC0-B982-BC97-275E-413CCD6728D9}"/>
              </a:ext>
            </a:extLst>
          </p:cNvPr>
          <p:cNvSpPr>
            <a:spLocks noGrp="1"/>
          </p:cNvSpPr>
          <p:nvPr>
            <p:ph type="ftr" sz="quarter" idx="15"/>
          </p:nvPr>
        </p:nvSpPr>
        <p:spPr>
          <a:xfrm>
            <a:off x="1271464" y="6309320"/>
            <a:ext cx="8928992" cy="143869"/>
          </a:xfrm>
          <a:prstGeom prst="rect">
            <a:avLst/>
          </a:prstGeom>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7A42E97D-600F-96A3-1815-D8FD599585FB}"/>
              </a:ext>
            </a:extLst>
          </p:cNvPr>
          <p:cNvSpPr>
            <a:spLocks noGrp="1"/>
          </p:cNvSpPr>
          <p:nvPr>
            <p:ph type="sldNum" sz="quarter" idx="16"/>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154840763"/>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p:cSld name="Title Slide Picture Yellow">
    <p:bg>
      <p:bgPr>
        <a:solidFill>
          <a:schemeClr val="accent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8" name="Rectangle 7">
            <a:extLst>
              <a:ext uri="{FF2B5EF4-FFF2-40B4-BE49-F238E27FC236}">
                <a16:creationId xmlns:a16="http://schemas.microsoft.com/office/drawing/2014/main" id="{D777C7DB-D21C-CF04-BEAE-6225DF214D55}"/>
              </a:ext>
            </a:extLst>
          </p:cNvPr>
          <p:cNvSpPr/>
          <p:nvPr/>
        </p:nvSpPr>
        <p:spPr>
          <a:xfrm>
            <a:off x="0" y="0"/>
            <a:ext cx="6096000" cy="3429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latin typeface="+mj-lt"/>
              </a:defRPr>
            </a:lvl1pPr>
          </a:lstStyle>
          <a:p>
            <a:r>
              <a:rPr lang="en-US"/>
              <a:t>Headline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a:p>
        </p:txBody>
      </p:sp>
      <p:sp>
        <p:nvSpPr>
          <p:cNvPr id="11" name="Freeform 5">
            <a:extLst>
              <a:ext uri="{FF2B5EF4-FFF2-40B4-BE49-F238E27FC236}">
                <a16:creationId xmlns:a16="http://schemas.microsoft.com/office/drawing/2014/main" id="{B048024D-E928-1A47-E81D-E73CEDEC703F}"/>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Lst>
          </p:cNvPr>
          <p:cNvCxnSpPr>
            <a:cxnSpLocks/>
          </p:cNvCxnSpPr>
          <p:nvPr/>
        </p:nvCxnSpPr>
        <p:spPr>
          <a:xfrm>
            <a:off x="6600056" y="1233937"/>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769F6B43-DE36-0148-A7EA-157879F29459}"/>
              </a:ext>
            </a:extLst>
          </p:cNvPr>
          <p:cNvSpPr>
            <a:spLocks noGrp="1"/>
          </p:cNvSpPr>
          <p:nvPr>
            <p:ph type="dt" sz="half" idx="14"/>
          </p:nvPr>
        </p:nvSpPr>
        <p:spPr>
          <a:xfrm>
            <a:off x="10200456" y="6309320"/>
            <a:ext cx="1152128" cy="143868"/>
          </a:xfrm>
          <a:prstGeom prst="rect">
            <a:avLst/>
          </a:prstGeom>
        </p:spPr>
        <p:txBody>
          <a:bodyPr/>
          <a:lstStyle/>
          <a:p>
            <a:r>
              <a:rPr lang="fi-FI"/>
              <a:t>06.05.2026</a:t>
            </a:r>
          </a:p>
        </p:txBody>
      </p:sp>
      <p:sp>
        <p:nvSpPr>
          <p:cNvPr id="5" name="Footer Placeholder 4">
            <a:extLst>
              <a:ext uri="{FF2B5EF4-FFF2-40B4-BE49-F238E27FC236}">
                <a16:creationId xmlns:a16="http://schemas.microsoft.com/office/drawing/2014/main" id="{5FD05162-E4FC-F030-07AC-FC3AEEFFF4E1}"/>
              </a:ext>
            </a:extLst>
          </p:cNvPr>
          <p:cNvSpPr>
            <a:spLocks noGrp="1"/>
          </p:cNvSpPr>
          <p:nvPr>
            <p:ph type="ftr" sz="quarter" idx="15"/>
          </p:nvPr>
        </p:nvSpPr>
        <p:spPr>
          <a:xfrm>
            <a:off x="1271464" y="6309320"/>
            <a:ext cx="8928992" cy="143869"/>
          </a:xfrm>
          <a:prstGeom prst="rect">
            <a:avLst/>
          </a:prstGeom>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102E61C5-655F-9E60-460E-8B16B76A7F3A}"/>
              </a:ext>
            </a:extLst>
          </p:cNvPr>
          <p:cNvSpPr>
            <a:spLocks noGrp="1"/>
          </p:cNvSpPr>
          <p:nvPr>
            <p:ph type="sldNum" sz="quarter" idx="16"/>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290820013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p:cSld name="Title Slide Picture Whit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8" name="Rectangle 7">
            <a:extLst>
              <a:ext uri="{FF2B5EF4-FFF2-40B4-BE49-F238E27FC236}">
                <a16:creationId xmlns:a16="http://schemas.microsoft.com/office/drawing/2014/main" id="{D777C7DB-D21C-CF04-BEAE-6225DF214D55}"/>
              </a:ext>
            </a:extLst>
          </p:cNvPr>
          <p:cNvSpPr/>
          <p:nvPr/>
        </p:nvSpPr>
        <p:spPr>
          <a:xfrm>
            <a:off x="0" y="0"/>
            <a:ext cx="6096000" cy="3429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latin typeface="+mj-lt"/>
              </a:defRPr>
            </a:lvl1pPr>
          </a:lstStyle>
          <a:p>
            <a:r>
              <a:rPr lang="en-US"/>
              <a:t>Headline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a:p>
        </p:txBody>
      </p:sp>
      <p:sp>
        <p:nvSpPr>
          <p:cNvPr id="11" name="Freeform 5">
            <a:extLst>
              <a:ext uri="{FF2B5EF4-FFF2-40B4-BE49-F238E27FC236}">
                <a16:creationId xmlns:a16="http://schemas.microsoft.com/office/drawing/2014/main" id="{B048024D-E928-1A47-E81D-E73CEDEC703F}"/>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Lst>
          </p:cNvPr>
          <p:cNvCxnSpPr>
            <a:cxnSpLocks/>
          </p:cNvCxnSpPr>
          <p:nvPr/>
        </p:nvCxnSpPr>
        <p:spPr>
          <a:xfrm>
            <a:off x="6600056" y="1233937"/>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45E78DCC-4AC7-C533-30A2-5C63D26BDB4B}"/>
              </a:ext>
            </a:extLst>
          </p:cNvPr>
          <p:cNvSpPr>
            <a:spLocks noGrp="1"/>
          </p:cNvSpPr>
          <p:nvPr>
            <p:ph type="dt" sz="half" idx="14"/>
          </p:nvPr>
        </p:nvSpPr>
        <p:spPr>
          <a:xfrm>
            <a:off x="10200456" y="6309320"/>
            <a:ext cx="1152128" cy="143868"/>
          </a:xfrm>
          <a:prstGeom prst="rect">
            <a:avLst/>
          </a:prstGeom>
        </p:spPr>
        <p:txBody>
          <a:bodyPr/>
          <a:lstStyle/>
          <a:p>
            <a:r>
              <a:rPr lang="fi-FI"/>
              <a:t>06.05.2026</a:t>
            </a:r>
          </a:p>
        </p:txBody>
      </p:sp>
      <p:sp>
        <p:nvSpPr>
          <p:cNvPr id="5" name="Footer Placeholder 4">
            <a:extLst>
              <a:ext uri="{FF2B5EF4-FFF2-40B4-BE49-F238E27FC236}">
                <a16:creationId xmlns:a16="http://schemas.microsoft.com/office/drawing/2014/main" id="{F13AEA57-51F9-8677-BE77-6A173FB52ACF}"/>
              </a:ext>
            </a:extLst>
          </p:cNvPr>
          <p:cNvSpPr>
            <a:spLocks noGrp="1"/>
          </p:cNvSpPr>
          <p:nvPr>
            <p:ph type="ftr" sz="quarter" idx="15"/>
          </p:nvPr>
        </p:nvSpPr>
        <p:spPr>
          <a:xfrm>
            <a:off x="1271464" y="6309320"/>
            <a:ext cx="8928992" cy="143869"/>
          </a:xfrm>
          <a:prstGeom prst="rect">
            <a:avLst/>
          </a:prstGeom>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545089EB-5ECF-87F1-77A7-C15D7B25B777}"/>
              </a:ext>
            </a:extLst>
          </p:cNvPr>
          <p:cNvSpPr>
            <a:spLocks noGrp="1"/>
          </p:cNvSpPr>
          <p:nvPr>
            <p:ph type="sldNum" sz="quarter" idx="16"/>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352650258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p:cSld name="Title Slide Picture Black">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8" name="Rectangle 7">
            <a:extLst>
              <a:ext uri="{FF2B5EF4-FFF2-40B4-BE49-F238E27FC236}">
                <a16:creationId xmlns:a16="http://schemas.microsoft.com/office/drawing/2014/main" id="{D777C7DB-D21C-CF04-BEAE-6225DF214D55}"/>
              </a:ext>
            </a:extLst>
          </p:cNvPr>
          <p:cNvSpPr/>
          <p:nvPr/>
        </p:nvSpPr>
        <p:spPr>
          <a:xfrm>
            <a:off x="0" y="0"/>
            <a:ext cx="6096000" cy="3429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solidFill>
                  <a:schemeClr val="bg1"/>
                </a:solidFill>
                <a:latin typeface="+mj-lt"/>
              </a:defRPr>
            </a:lvl1pPr>
          </a:lstStyle>
          <a:p>
            <a:r>
              <a:rPr lang="en-US"/>
              <a:t>Headline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a:p>
        </p:txBody>
      </p:sp>
      <p:sp>
        <p:nvSpPr>
          <p:cNvPr id="11" name="Freeform 5">
            <a:extLst>
              <a:ext uri="{FF2B5EF4-FFF2-40B4-BE49-F238E27FC236}">
                <a16:creationId xmlns:a16="http://schemas.microsoft.com/office/drawing/2014/main" id="{B048024D-E928-1A47-E81D-E73CEDEC703F}"/>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Lst>
          </p:cNvPr>
          <p:cNvCxnSpPr>
            <a:cxnSpLocks/>
          </p:cNvCxnSpPr>
          <p:nvPr/>
        </p:nvCxnSpPr>
        <p:spPr>
          <a:xfrm>
            <a:off x="6600056" y="1233937"/>
            <a:ext cx="3960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68E7816-46AF-EDE4-B973-3A70EF994BCC}"/>
              </a:ext>
            </a:extLst>
          </p:cNvPr>
          <p:cNvSpPr>
            <a:spLocks noGrp="1"/>
          </p:cNvSpPr>
          <p:nvPr>
            <p:ph type="dt" sz="half" idx="14"/>
          </p:nvPr>
        </p:nvSpPr>
        <p:spPr>
          <a:xfrm>
            <a:off x="10200456" y="6309320"/>
            <a:ext cx="1152128" cy="143868"/>
          </a:xfrm>
          <a:prstGeom prst="rect">
            <a:avLst/>
          </a:prstGeom>
        </p:spPr>
        <p:txBody>
          <a:bodyPr/>
          <a:lstStyle>
            <a:lvl1pPr>
              <a:defRPr>
                <a:solidFill>
                  <a:schemeClr val="bg1"/>
                </a:solidFill>
              </a:defRPr>
            </a:lvl1pPr>
          </a:lstStyle>
          <a:p>
            <a:r>
              <a:rPr lang="fi-FI"/>
              <a:t>06.05.2026</a:t>
            </a:r>
          </a:p>
        </p:txBody>
      </p:sp>
      <p:sp>
        <p:nvSpPr>
          <p:cNvPr id="5" name="Footer Placeholder 4">
            <a:extLst>
              <a:ext uri="{FF2B5EF4-FFF2-40B4-BE49-F238E27FC236}">
                <a16:creationId xmlns:a16="http://schemas.microsoft.com/office/drawing/2014/main" id="{E3E6E867-4E34-AE05-3565-F0277F684973}"/>
              </a:ext>
            </a:extLst>
          </p:cNvPr>
          <p:cNvSpPr>
            <a:spLocks noGrp="1"/>
          </p:cNvSpPr>
          <p:nvPr>
            <p:ph type="ftr" sz="quarter" idx="15"/>
          </p:nvPr>
        </p:nvSpPr>
        <p:spPr>
          <a:xfrm>
            <a:off x="1271464" y="6309320"/>
            <a:ext cx="8928992" cy="143869"/>
          </a:xfrm>
          <a:prstGeom prst="rect">
            <a:avLst/>
          </a:prstGeom>
        </p:spPr>
        <p:txBody>
          <a:bodyPr/>
          <a:lstStyle>
            <a:lvl1pPr>
              <a:defRPr>
                <a:solidFill>
                  <a:schemeClr val="bg1"/>
                </a:solidFill>
              </a:defRPr>
            </a:lvl1pPr>
          </a:lstStyle>
          <a:p>
            <a:r>
              <a:rPr lang="pt-BR"/>
              <a:t>Enrico Glerean (2026) CC-BY</a:t>
            </a:r>
            <a:endParaRPr lang="fi-FI"/>
          </a:p>
        </p:txBody>
      </p:sp>
      <p:sp>
        <p:nvSpPr>
          <p:cNvPr id="6" name="Slide Number Placeholder 5">
            <a:extLst>
              <a:ext uri="{FF2B5EF4-FFF2-40B4-BE49-F238E27FC236}">
                <a16:creationId xmlns:a16="http://schemas.microsoft.com/office/drawing/2014/main" id="{1C11884A-89D7-C67B-7CC3-A45310410CE1}"/>
              </a:ext>
            </a:extLst>
          </p:cNvPr>
          <p:cNvSpPr>
            <a:spLocks noGrp="1"/>
          </p:cNvSpPr>
          <p:nvPr>
            <p:ph type="sldNum" sz="quarter" idx="16"/>
          </p:nvPr>
        </p:nvSpPr>
        <p:spPr/>
        <p:txBody>
          <a:bodyPr/>
          <a:lstStyle>
            <a:lvl1pPr>
              <a:defRPr>
                <a:solidFill>
                  <a:schemeClr val="bg1"/>
                </a:solidFill>
              </a:defRPr>
            </a:lvl1pPr>
          </a:lstStyle>
          <a:p>
            <a:fld id="{D701140D-C14F-41CA-99FC-0EF83E8DA40A}" type="slidenum">
              <a:rPr lang="fi-FI" smtClean="0"/>
              <a:pPr/>
              <a:t>‹#›</a:t>
            </a:fld>
            <a:endParaRPr lang="fi-FI"/>
          </a:p>
        </p:txBody>
      </p:sp>
    </p:spTree>
    <p:extLst>
      <p:ext uri="{BB962C8B-B14F-4D97-AF65-F5344CB8AC3E}">
        <p14:creationId xmlns:p14="http://schemas.microsoft.com/office/powerpoint/2010/main" val="366320326"/>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p:cSld name="Title Slide Picture Red 2">
    <p:bg>
      <p:bgPr>
        <a:solidFill>
          <a:schemeClr val="accent2"/>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8" name="Rectangle 7">
            <a:extLst>
              <a:ext uri="{FF2B5EF4-FFF2-40B4-BE49-F238E27FC236}">
                <a16:creationId xmlns:a16="http://schemas.microsoft.com/office/drawing/2014/main" id="{D777C7DB-D21C-CF04-BEAE-6225DF214D55}"/>
              </a:ext>
            </a:extLst>
          </p:cNvPr>
          <p:cNvSpPr/>
          <p:nvPr/>
        </p:nvSpPr>
        <p:spPr>
          <a:xfrm>
            <a:off x="0" y="0"/>
            <a:ext cx="6096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latin typeface="+mj-lt"/>
              </a:defRPr>
            </a:lvl1pPr>
          </a:lstStyle>
          <a:p>
            <a:r>
              <a:rPr lang="en-US"/>
              <a:t>Headline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a:p>
        </p:txBody>
      </p:sp>
      <p:sp>
        <p:nvSpPr>
          <p:cNvPr id="11" name="Freeform 5">
            <a:extLst>
              <a:ext uri="{FF2B5EF4-FFF2-40B4-BE49-F238E27FC236}">
                <a16:creationId xmlns:a16="http://schemas.microsoft.com/office/drawing/2014/main" id="{B048024D-E928-1A47-E81D-E73CEDEC703F}"/>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Lst>
          </p:cNvPr>
          <p:cNvCxnSpPr>
            <a:cxnSpLocks/>
          </p:cNvCxnSpPr>
          <p:nvPr/>
        </p:nvCxnSpPr>
        <p:spPr>
          <a:xfrm>
            <a:off x="6600056" y="1233937"/>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2FAC22D7-D1D6-D8DB-06A4-46EE3349040B}"/>
              </a:ext>
            </a:extLst>
          </p:cNvPr>
          <p:cNvSpPr>
            <a:spLocks noGrp="1"/>
          </p:cNvSpPr>
          <p:nvPr>
            <p:ph type="dt" sz="half" idx="14"/>
          </p:nvPr>
        </p:nvSpPr>
        <p:spPr>
          <a:xfrm>
            <a:off x="10200456" y="6309320"/>
            <a:ext cx="1152128" cy="143868"/>
          </a:xfrm>
          <a:prstGeom prst="rect">
            <a:avLst/>
          </a:prstGeom>
        </p:spPr>
        <p:txBody>
          <a:bodyPr/>
          <a:lstStyle/>
          <a:p>
            <a:r>
              <a:rPr lang="fi-FI"/>
              <a:t>06.05.2026</a:t>
            </a:r>
          </a:p>
        </p:txBody>
      </p:sp>
      <p:sp>
        <p:nvSpPr>
          <p:cNvPr id="5" name="Footer Placeholder 4">
            <a:extLst>
              <a:ext uri="{FF2B5EF4-FFF2-40B4-BE49-F238E27FC236}">
                <a16:creationId xmlns:a16="http://schemas.microsoft.com/office/drawing/2014/main" id="{1A1A431B-3F31-0E0E-6255-138EC93AAE64}"/>
              </a:ext>
            </a:extLst>
          </p:cNvPr>
          <p:cNvSpPr>
            <a:spLocks noGrp="1"/>
          </p:cNvSpPr>
          <p:nvPr>
            <p:ph type="ftr" sz="quarter" idx="15"/>
          </p:nvPr>
        </p:nvSpPr>
        <p:spPr>
          <a:xfrm>
            <a:off x="1271464" y="6309320"/>
            <a:ext cx="8928992" cy="143869"/>
          </a:xfrm>
          <a:prstGeom prst="rect">
            <a:avLst/>
          </a:prstGeom>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D5BEC0DB-FC2B-561F-42FF-3B0802FA5285}"/>
              </a:ext>
            </a:extLst>
          </p:cNvPr>
          <p:cNvSpPr>
            <a:spLocks noGrp="1"/>
          </p:cNvSpPr>
          <p:nvPr>
            <p:ph type="sldNum" sz="quarter" idx="16"/>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2679227945"/>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p:cSld name="Title Slide Picture Blue 2">
    <p:bg>
      <p:bgPr>
        <a:solidFill>
          <a:schemeClr val="accent3"/>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8" name="Rectangle 7">
            <a:extLst>
              <a:ext uri="{FF2B5EF4-FFF2-40B4-BE49-F238E27FC236}">
                <a16:creationId xmlns:a16="http://schemas.microsoft.com/office/drawing/2014/main" id="{D777C7DB-D21C-CF04-BEAE-6225DF214D55}"/>
              </a:ext>
            </a:extLst>
          </p:cNvPr>
          <p:cNvSpPr/>
          <p:nvPr/>
        </p:nvSpPr>
        <p:spPr>
          <a:xfrm>
            <a:off x="0" y="0"/>
            <a:ext cx="6096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latin typeface="+mj-lt"/>
              </a:defRPr>
            </a:lvl1pPr>
          </a:lstStyle>
          <a:p>
            <a:r>
              <a:rPr lang="en-US"/>
              <a:t>Headline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a:p>
        </p:txBody>
      </p:sp>
      <p:sp>
        <p:nvSpPr>
          <p:cNvPr id="11" name="Freeform 5">
            <a:extLst>
              <a:ext uri="{FF2B5EF4-FFF2-40B4-BE49-F238E27FC236}">
                <a16:creationId xmlns:a16="http://schemas.microsoft.com/office/drawing/2014/main" id="{B048024D-E928-1A47-E81D-E73CEDEC703F}"/>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Lst>
          </p:cNvPr>
          <p:cNvCxnSpPr>
            <a:cxnSpLocks/>
          </p:cNvCxnSpPr>
          <p:nvPr/>
        </p:nvCxnSpPr>
        <p:spPr>
          <a:xfrm>
            <a:off x="6600056" y="1233937"/>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F01F7BF-6136-1293-03E9-87CB159D78B4}"/>
              </a:ext>
            </a:extLst>
          </p:cNvPr>
          <p:cNvSpPr>
            <a:spLocks noGrp="1"/>
          </p:cNvSpPr>
          <p:nvPr>
            <p:ph type="dt" sz="half" idx="14"/>
          </p:nvPr>
        </p:nvSpPr>
        <p:spPr>
          <a:xfrm>
            <a:off x="10200456" y="6309320"/>
            <a:ext cx="1152128" cy="143868"/>
          </a:xfrm>
          <a:prstGeom prst="rect">
            <a:avLst/>
          </a:prstGeom>
        </p:spPr>
        <p:txBody>
          <a:bodyPr/>
          <a:lstStyle/>
          <a:p>
            <a:r>
              <a:rPr lang="fi-FI"/>
              <a:t>06.05.2026</a:t>
            </a:r>
          </a:p>
        </p:txBody>
      </p:sp>
      <p:sp>
        <p:nvSpPr>
          <p:cNvPr id="5" name="Footer Placeholder 4">
            <a:extLst>
              <a:ext uri="{FF2B5EF4-FFF2-40B4-BE49-F238E27FC236}">
                <a16:creationId xmlns:a16="http://schemas.microsoft.com/office/drawing/2014/main" id="{48FE259E-7E55-6AB4-BF0A-B44DAFEF9901}"/>
              </a:ext>
            </a:extLst>
          </p:cNvPr>
          <p:cNvSpPr>
            <a:spLocks noGrp="1"/>
          </p:cNvSpPr>
          <p:nvPr>
            <p:ph type="ftr" sz="quarter" idx="15"/>
          </p:nvPr>
        </p:nvSpPr>
        <p:spPr>
          <a:xfrm>
            <a:off x="1271464" y="6309320"/>
            <a:ext cx="8928992" cy="143869"/>
          </a:xfrm>
          <a:prstGeom prst="rect">
            <a:avLst/>
          </a:prstGeom>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8F96378F-80BB-E789-AD86-D9EA44DA29E9}"/>
              </a:ext>
            </a:extLst>
          </p:cNvPr>
          <p:cNvSpPr>
            <a:spLocks noGrp="1"/>
          </p:cNvSpPr>
          <p:nvPr>
            <p:ph type="sldNum" sz="quarter" idx="16"/>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1925224260"/>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p:cSld name="Title Slide Picture Yellow 2">
    <p:bg>
      <p:bgPr>
        <a:solidFill>
          <a:schemeClr val="accent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8" name="Rectangle 7">
            <a:extLst>
              <a:ext uri="{FF2B5EF4-FFF2-40B4-BE49-F238E27FC236}">
                <a16:creationId xmlns:a16="http://schemas.microsoft.com/office/drawing/2014/main" id="{D777C7DB-D21C-CF04-BEAE-6225DF214D55}"/>
              </a:ext>
            </a:extLst>
          </p:cNvPr>
          <p:cNvSpPr/>
          <p:nvPr/>
        </p:nvSpPr>
        <p:spPr>
          <a:xfrm>
            <a:off x="0" y="0"/>
            <a:ext cx="6096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latin typeface="+mj-lt"/>
              </a:defRPr>
            </a:lvl1pPr>
          </a:lstStyle>
          <a:p>
            <a:r>
              <a:rPr lang="en-US"/>
              <a:t>Headline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a:p>
        </p:txBody>
      </p:sp>
      <p:sp>
        <p:nvSpPr>
          <p:cNvPr id="11" name="Freeform 5">
            <a:extLst>
              <a:ext uri="{FF2B5EF4-FFF2-40B4-BE49-F238E27FC236}">
                <a16:creationId xmlns:a16="http://schemas.microsoft.com/office/drawing/2014/main" id="{B048024D-E928-1A47-E81D-E73CEDEC703F}"/>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Lst>
          </p:cNvPr>
          <p:cNvCxnSpPr>
            <a:cxnSpLocks/>
          </p:cNvCxnSpPr>
          <p:nvPr/>
        </p:nvCxnSpPr>
        <p:spPr>
          <a:xfrm>
            <a:off x="6600056" y="1233937"/>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EB261AA-A967-344D-10CF-A52EC9EFC271}"/>
              </a:ext>
            </a:extLst>
          </p:cNvPr>
          <p:cNvSpPr>
            <a:spLocks noGrp="1"/>
          </p:cNvSpPr>
          <p:nvPr>
            <p:ph type="dt" sz="half" idx="14"/>
          </p:nvPr>
        </p:nvSpPr>
        <p:spPr>
          <a:xfrm>
            <a:off x="10200456" y="6309320"/>
            <a:ext cx="1152128" cy="143868"/>
          </a:xfrm>
          <a:prstGeom prst="rect">
            <a:avLst/>
          </a:prstGeom>
        </p:spPr>
        <p:txBody>
          <a:bodyPr/>
          <a:lstStyle/>
          <a:p>
            <a:r>
              <a:rPr lang="fi-FI"/>
              <a:t>06.05.2026</a:t>
            </a:r>
          </a:p>
        </p:txBody>
      </p:sp>
      <p:sp>
        <p:nvSpPr>
          <p:cNvPr id="5" name="Footer Placeholder 4">
            <a:extLst>
              <a:ext uri="{FF2B5EF4-FFF2-40B4-BE49-F238E27FC236}">
                <a16:creationId xmlns:a16="http://schemas.microsoft.com/office/drawing/2014/main" id="{DC5CAA6F-5588-75A0-B42A-E7B4358C7B7E}"/>
              </a:ext>
            </a:extLst>
          </p:cNvPr>
          <p:cNvSpPr>
            <a:spLocks noGrp="1"/>
          </p:cNvSpPr>
          <p:nvPr>
            <p:ph type="ftr" sz="quarter" idx="15"/>
          </p:nvPr>
        </p:nvSpPr>
        <p:spPr>
          <a:xfrm>
            <a:off x="1271464" y="6309320"/>
            <a:ext cx="8928992" cy="143869"/>
          </a:xfrm>
          <a:prstGeom prst="rect">
            <a:avLst/>
          </a:prstGeom>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9C4CB569-8C10-87E5-2F35-74ED3EF15E59}"/>
              </a:ext>
            </a:extLst>
          </p:cNvPr>
          <p:cNvSpPr>
            <a:spLocks noGrp="1"/>
          </p:cNvSpPr>
          <p:nvPr>
            <p:ph type="sldNum" sz="quarter" idx="16"/>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3673195753"/>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p:cSld name="Title Slide Picture White 2">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8" name="Rectangle 7">
            <a:extLst>
              <a:ext uri="{FF2B5EF4-FFF2-40B4-BE49-F238E27FC236}">
                <a16:creationId xmlns:a16="http://schemas.microsoft.com/office/drawing/2014/main" id="{D777C7DB-D21C-CF04-BEAE-6225DF214D55}"/>
              </a:ext>
            </a:extLst>
          </p:cNvPr>
          <p:cNvSpPr/>
          <p:nvPr/>
        </p:nvSpPr>
        <p:spPr>
          <a:xfrm>
            <a:off x="0" y="0"/>
            <a:ext cx="6096000" cy="3429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latin typeface="+mj-lt"/>
              </a:defRPr>
            </a:lvl1pPr>
          </a:lstStyle>
          <a:p>
            <a:r>
              <a:rPr lang="en-US"/>
              <a:t>Headline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a:p>
        </p:txBody>
      </p:sp>
      <p:sp>
        <p:nvSpPr>
          <p:cNvPr id="11" name="Freeform 5">
            <a:extLst>
              <a:ext uri="{FF2B5EF4-FFF2-40B4-BE49-F238E27FC236}">
                <a16:creationId xmlns:a16="http://schemas.microsoft.com/office/drawing/2014/main" id="{B048024D-E928-1A47-E81D-E73CEDEC703F}"/>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Lst>
          </p:cNvPr>
          <p:cNvCxnSpPr>
            <a:cxnSpLocks/>
          </p:cNvCxnSpPr>
          <p:nvPr/>
        </p:nvCxnSpPr>
        <p:spPr>
          <a:xfrm>
            <a:off x="6600056" y="1233937"/>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8ECE10FE-B9CB-31C9-C131-FA8A9355BEFC}"/>
              </a:ext>
            </a:extLst>
          </p:cNvPr>
          <p:cNvSpPr>
            <a:spLocks noGrp="1"/>
          </p:cNvSpPr>
          <p:nvPr>
            <p:ph type="dt" sz="half" idx="14"/>
          </p:nvPr>
        </p:nvSpPr>
        <p:spPr>
          <a:xfrm>
            <a:off x="10200456" y="6309320"/>
            <a:ext cx="1152128" cy="143868"/>
          </a:xfrm>
          <a:prstGeom prst="rect">
            <a:avLst/>
          </a:prstGeom>
        </p:spPr>
        <p:txBody>
          <a:bodyPr/>
          <a:lstStyle/>
          <a:p>
            <a:r>
              <a:rPr lang="fi-FI"/>
              <a:t>06.05.2026</a:t>
            </a:r>
          </a:p>
        </p:txBody>
      </p:sp>
      <p:sp>
        <p:nvSpPr>
          <p:cNvPr id="5" name="Footer Placeholder 4">
            <a:extLst>
              <a:ext uri="{FF2B5EF4-FFF2-40B4-BE49-F238E27FC236}">
                <a16:creationId xmlns:a16="http://schemas.microsoft.com/office/drawing/2014/main" id="{E5AB6C74-8053-BBC4-940C-7BD1DA87F424}"/>
              </a:ext>
            </a:extLst>
          </p:cNvPr>
          <p:cNvSpPr>
            <a:spLocks noGrp="1"/>
          </p:cNvSpPr>
          <p:nvPr>
            <p:ph type="ftr" sz="quarter" idx="15"/>
          </p:nvPr>
        </p:nvSpPr>
        <p:spPr>
          <a:xfrm>
            <a:off x="1271464" y="6309320"/>
            <a:ext cx="8928992" cy="143869"/>
          </a:xfrm>
          <a:prstGeom prst="rect">
            <a:avLst/>
          </a:prstGeom>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8233658A-D30E-64F2-DD4D-DE5EA0255E92}"/>
              </a:ext>
            </a:extLst>
          </p:cNvPr>
          <p:cNvSpPr>
            <a:spLocks noGrp="1"/>
          </p:cNvSpPr>
          <p:nvPr>
            <p:ph type="sldNum" sz="quarter" idx="16"/>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763404332"/>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p:cSld name="Title Slide Picture Black 2">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8" name="Rectangle 7">
            <a:extLst>
              <a:ext uri="{FF2B5EF4-FFF2-40B4-BE49-F238E27FC236}">
                <a16:creationId xmlns:a16="http://schemas.microsoft.com/office/drawing/2014/main" id="{D777C7DB-D21C-CF04-BEAE-6225DF214D55}"/>
              </a:ext>
            </a:extLst>
          </p:cNvPr>
          <p:cNvSpPr/>
          <p:nvPr/>
        </p:nvSpPr>
        <p:spPr>
          <a:xfrm>
            <a:off x="0" y="0"/>
            <a:ext cx="6096000" cy="3429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solidFill>
                  <a:schemeClr val="bg1"/>
                </a:solidFill>
                <a:latin typeface="+mj-lt"/>
              </a:defRPr>
            </a:lvl1pPr>
          </a:lstStyle>
          <a:p>
            <a:r>
              <a:rPr lang="en-US"/>
              <a:t>Headline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a:p>
        </p:txBody>
      </p:sp>
      <p:sp>
        <p:nvSpPr>
          <p:cNvPr id="11" name="Freeform 5">
            <a:extLst>
              <a:ext uri="{FF2B5EF4-FFF2-40B4-BE49-F238E27FC236}">
                <a16:creationId xmlns:a16="http://schemas.microsoft.com/office/drawing/2014/main" id="{B048024D-E928-1A47-E81D-E73CEDEC703F}"/>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Lst>
          </p:cNvPr>
          <p:cNvCxnSpPr>
            <a:cxnSpLocks/>
          </p:cNvCxnSpPr>
          <p:nvPr/>
        </p:nvCxnSpPr>
        <p:spPr>
          <a:xfrm>
            <a:off x="6600056" y="1233937"/>
            <a:ext cx="3960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a:xfrm>
            <a:off x="10200456" y="6309320"/>
            <a:ext cx="1152128" cy="143868"/>
          </a:xfrm>
          <a:prstGeom prst="rect">
            <a:avLst/>
          </a:prstGeom>
        </p:spPr>
        <p:txBody>
          <a:bodyPr/>
          <a:lstStyle>
            <a:lvl1pPr>
              <a:defRPr>
                <a:solidFill>
                  <a:schemeClr val="bg1"/>
                </a:solidFill>
              </a:defRPr>
            </a:lvl1pPr>
          </a:lstStyle>
          <a:p>
            <a:r>
              <a:rPr lang="fi-FI"/>
              <a:t>06.05.2026</a:t>
            </a:r>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a:xfrm>
            <a:off x="1271464" y="6309320"/>
            <a:ext cx="8928992" cy="143869"/>
          </a:xfrm>
          <a:prstGeom prst="rect">
            <a:avLst/>
          </a:prstGeom>
        </p:spPr>
        <p:txBody>
          <a:bodyPr/>
          <a:lstStyle>
            <a:lvl1pPr>
              <a:defRPr>
                <a:solidFill>
                  <a:schemeClr val="bg1"/>
                </a:solidFill>
              </a:defRPr>
            </a:lvl1pPr>
          </a:lstStyle>
          <a:p>
            <a:r>
              <a:rPr lang="pt-BR"/>
              <a:t>Enrico Glerean (2026) CC-BY</a:t>
            </a:r>
            <a:endParaRPr lang="fi-FI"/>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Tree>
    <p:extLst>
      <p:ext uri="{BB962C8B-B14F-4D97-AF65-F5344CB8AC3E}">
        <p14:creationId xmlns:p14="http://schemas.microsoft.com/office/powerpoint/2010/main" val="441435801"/>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cSld name="Text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dirty="0"/>
              <a:t>Click to edit Master title style</a:t>
            </a:r>
            <a:endParaRPr lang="fi-FI" dirty="0"/>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r>
              <a:rPr lang="fi-FI"/>
              <a:t>06.05.2026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r>
              <a:rPr lang="fi-FI"/>
              <a:t>Enrico Glerean (2026) CC-BY</a:t>
            </a:r>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Text Placeholder 7">
            <a:extLst>
              <a:ext uri="{FF2B5EF4-FFF2-40B4-BE49-F238E27FC236}">
                <a16:creationId xmlns:a16="http://schemas.microsoft.com/office/drawing/2014/main" id="{E151617C-A1F8-7D62-64C2-33C28BF06EE7}"/>
              </a:ext>
            </a:extLst>
          </p:cNvPr>
          <p:cNvSpPr>
            <a:spLocks noGrp="1"/>
          </p:cNvSpPr>
          <p:nvPr>
            <p:ph type="body" sz="quarter" idx="13"/>
          </p:nvPr>
        </p:nvSpPr>
        <p:spPr>
          <a:xfrm>
            <a:off x="1055688" y="2205039"/>
            <a:ext cx="10080625" cy="3671886"/>
          </a:xfrm>
        </p:spPr>
        <p:txBody>
          <a:bodyPr/>
          <a:lstStyle>
            <a:lvl1pPr>
              <a:defRPr sz="2800"/>
            </a:lvl1pPr>
            <a:lvl2pPr>
              <a:defRPr sz="2000"/>
            </a:lvl2pPr>
            <a:lvl3pPr>
              <a:defRPr sz="18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2173897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Text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8" name="Text Placeholder 7">
            <a:extLst>
              <a:ext uri="{FF2B5EF4-FFF2-40B4-BE49-F238E27FC236}">
                <a16:creationId xmlns:a16="http://schemas.microsoft.com/office/drawing/2014/main" id="{E151617C-A1F8-7D62-64C2-33C28BF06EE7}"/>
              </a:ext>
            </a:extLst>
          </p:cNvPr>
          <p:cNvSpPr>
            <a:spLocks noGrp="1"/>
          </p:cNvSpPr>
          <p:nvPr>
            <p:ph type="body" sz="quarter" idx="13"/>
          </p:nvPr>
        </p:nvSpPr>
        <p:spPr>
          <a:xfrm>
            <a:off x="1055688" y="2205039"/>
            <a:ext cx="10080625" cy="3671886"/>
          </a:xfrm>
        </p:spPr>
        <p:txBody>
          <a:bodyPr/>
          <a:lstStyle>
            <a:lvl1pPr>
              <a:defRPr sz="28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2817B02A-E412-3D57-D720-53C16DE5CD79}"/>
              </a:ext>
            </a:extLst>
          </p:cNvPr>
          <p:cNvSpPr>
            <a:spLocks noGrp="1"/>
          </p:cNvSpPr>
          <p:nvPr>
            <p:ph type="dt" sz="half" idx="14"/>
          </p:nvPr>
        </p:nvSpPr>
        <p:spPr/>
        <p:txBody>
          <a:bodyPr/>
          <a:lstStyle/>
          <a:p>
            <a:r>
              <a:rPr lang="fi-FI"/>
              <a:t>06.05.2026</a:t>
            </a:r>
          </a:p>
        </p:txBody>
      </p:sp>
      <p:sp>
        <p:nvSpPr>
          <p:cNvPr id="11" name="Footer Placeholder 10">
            <a:extLst>
              <a:ext uri="{FF2B5EF4-FFF2-40B4-BE49-F238E27FC236}">
                <a16:creationId xmlns:a16="http://schemas.microsoft.com/office/drawing/2014/main" id="{F69D12B5-7125-30E3-24A9-B13A45A47DD2}"/>
              </a:ext>
            </a:extLst>
          </p:cNvPr>
          <p:cNvSpPr>
            <a:spLocks noGrp="1"/>
          </p:cNvSpPr>
          <p:nvPr>
            <p:ph type="ftr" sz="quarter" idx="15"/>
          </p:nvPr>
        </p:nvSpPr>
        <p:spPr/>
        <p:txBody>
          <a:bodyPr/>
          <a:lstStyle/>
          <a:p>
            <a:r>
              <a:rPr lang="pt-BR"/>
              <a:t>Enrico Glerean (2026) CC-BY</a:t>
            </a:r>
            <a:endParaRPr lang="fi-FI"/>
          </a:p>
        </p:txBody>
      </p:sp>
      <p:sp>
        <p:nvSpPr>
          <p:cNvPr id="12" name="Slide Number Placeholder 11">
            <a:extLst>
              <a:ext uri="{FF2B5EF4-FFF2-40B4-BE49-F238E27FC236}">
                <a16:creationId xmlns:a16="http://schemas.microsoft.com/office/drawing/2014/main" id="{FBF2F3BF-BDB4-934B-223F-10D124A9FF7F}"/>
              </a:ext>
            </a:extLst>
          </p:cNvPr>
          <p:cNvSpPr>
            <a:spLocks noGrp="1"/>
          </p:cNvSpPr>
          <p:nvPr>
            <p:ph type="sldNum" sz="quarter" idx="16"/>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5276605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p:cSld name="Text Content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fi-FI"/>
          </a:p>
        </p:txBody>
      </p:sp>
      <p:sp>
        <p:nvSpPr>
          <p:cNvPr id="8" name="Text Placeholder 7">
            <a:extLst>
              <a:ext uri="{FF2B5EF4-FFF2-40B4-BE49-F238E27FC236}">
                <a16:creationId xmlns:a16="http://schemas.microsoft.com/office/drawing/2014/main" id="{E151617C-A1F8-7D62-64C2-33C28BF06EE7}"/>
              </a:ext>
            </a:extLst>
          </p:cNvPr>
          <p:cNvSpPr>
            <a:spLocks noGrp="1"/>
          </p:cNvSpPr>
          <p:nvPr>
            <p:ph type="body" sz="quarter" idx="13"/>
          </p:nvPr>
        </p:nvSpPr>
        <p:spPr>
          <a:xfrm>
            <a:off x="1055688" y="2205039"/>
            <a:ext cx="10080625" cy="3671886"/>
          </a:xfrm>
        </p:spPr>
        <p:txBody>
          <a:bodyPr/>
          <a:lstStyle>
            <a:lvl1pPr>
              <a:defRPr sz="2800">
                <a:solidFill>
                  <a:schemeClr val="bg1"/>
                </a:solidFill>
              </a:defRPr>
            </a:lvl1pPr>
            <a:lvl2pPr>
              <a:defRPr sz="20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reeform 5">
            <a:extLst>
              <a:ext uri="{FF2B5EF4-FFF2-40B4-BE49-F238E27FC236}">
                <a16:creationId xmlns:a16="http://schemas.microsoft.com/office/drawing/2014/main" id="{1290A9EE-B882-1AC8-FB03-9E891579AE36}"/>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
        <p:nvSpPr>
          <p:cNvPr id="10" name="Date Placeholder 9">
            <a:extLst>
              <a:ext uri="{FF2B5EF4-FFF2-40B4-BE49-F238E27FC236}">
                <a16:creationId xmlns:a16="http://schemas.microsoft.com/office/drawing/2014/main" id="{B05A6015-939E-F9FC-0FB4-D470EC8A0BBD}"/>
              </a:ext>
            </a:extLst>
          </p:cNvPr>
          <p:cNvSpPr>
            <a:spLocks noGrp="1"/>
          </p:cNvSpPr>
          <p:nvPr>
            <p:ph type="dt" sz="half" idx="14"/>
          </p:nvPr>
        </p:nvSpPr>
        <p:spPr/>
        <p:txBody>
          <a:bodyPr/>
          <a:lstStyle/>
          <a:p>
            <a:r>
              <a:rPr lang="fi-FI"/>
              <a:t>06.05.2026</a:t>
            </a:r>
          </a:p>
        </p:txBody>
      </p:sp>
      <p:sp>
        <p:nvSpPr>
          <p:cNvPr id="11" name="Footer Placeholder 10">
            <a:extLst>
              <a:ext uri="{FF2B5EF4-FFF2-40B4-BE49-F238E27FC236}">
                <a16:creationId xmlns:a16="http://schemas.microsoft.com/office/drawing/2014/main" id="{14DB1AA2-CCCB-5B08-265D-BE56112733BF}"/>
              </a:ext>
            </a:extLst>
          </p:cNvPr>
          <p:cNvSpPr>
            <a:spLocks noGrp="1"/>
          </p:cNvSpPr>
          <p:nvPr>
            <p:ph type="ftr" sz="quarter" idx="15"/>
          </p:nvPr>
        </p:nvSpPr>
        <p:spPr/>
        <p:txBody>
          <a:bodyPr/>
          <a:lstStyle/>
          <a:p>
            <a:r>
              <a:rPr lang="pt-BR"/>
              <a:t>Enrico Glerean (2026) CC-BY</a:t>
            </a:r>
            <a:endParaRPr lang="fi-FI"/>
          </a:p>
        </p:txBody>
      </p:sp>
      <p:sp>
        <p:nvSpPr>
          <p:cNvPr id="12" name="Slide Number Placeholder 11">
            <a:extLst>
              <a:ext uri="{FF2B5EF4-FFF2-40B4-BE49-F238E27FC236}">
                <a16:creationId xmlns:a16="http://schemas.microsoft.com/office/drawing/2014/main" id="{CCA03FB0-714E-A993-B1E2-A06FD8310D2E}"/>
              </a:ext>
            </a:extLst>
          </p:cNvPr>
          <p:cNvSpPr>
            <a:spLocks noGrp="1"/>
          </p:cNvSpPr>
          <p:nvPr>
            <p:ph type="sldNum" sz="quarter" idx="16"/>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9002068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Text Content Blu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r>
              <a:rPr lang="fi-FI"/>
              <a:t>06.05.2026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Text Placeholder 7">
            <a:extLst>
              <a:ext uri="{FF2B5EF4-FFF2-40B4-BE49-F238E27FC236}">
                <a16:creationId xmlns:a16="http://schemas.microsoft.com/office/drawing/2014/main" id="{E151617C-A1F8-7D62-64C2-33C28BF06EE7}"/>
              </a:ext>
            </a:extLst>
          </p:cNvPr>
          <p:cNvSpPr>
            <a:spLocks noGrp="1"/>
          </p:cNvSpPr>
          <p:nvPr>
            <p:ph type="body" sz="quarter" idx="13"/>
          </p:nvPr>
        </p:nvSpPr>
        <p:spPr>
          <a:xfrm>
            <a:off x="1055688" y="2205039"/>
            <a:ext cx="10080625" cy="3671886"/>
          </a:xfrm>
        </p:spPr>
        <p:txBody>
          <a:bodyPr/>
          <a:lstStyle>
            <a:lvl1pPr>
              <a:defRPr sz="28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61808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Text Content 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r>
              <a:rPr lang="fi-FI"/>
              <a:t>06.05.2026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Text Placeholder 7">
            <a:extLst>
              <a:ext uri="{FF2B5EF4-FFF2-40B4-BE49-F238E27FC236}">
                <a16:creationId xmlns:a16="http://schemas.microsoft.com/office/drawing/2014/main" id="{E151617C-A1F8-7D62-64C2-33C28BF06EE7}"/>
              </a:ext>
            </a:extLst>
          </p:cNvPr>
          <p:cNvSpPr>
            <a:spLocks noGrp="1"/>
          </p:cNvSpPr>
          <p:nvPr>
            <p:ph type="body" sz="quarter" idx="13"/>
          </p:nvPr>
        </p:nvSpPr>
        <p:spPr>
          <a:xfrm>
            <a:off x="1055688" y="2205039"/>
            <a:ext cx="10080625" cy="3671886"/>
          </a:xfrm>
        </p:spPr>
        <p:txBody>
          <a:bodyPr/>
          <a:lstStyle>
            <a:lvl1pPr>
              <a:defRPr sz="28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645500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Text Content Yellow">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r>
              <a:rPr lang="fi-FI"/>
              <a:t>06.05.2026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Text Placeholder 7">
            <a:extLst>
              <a:ext uri="{FF2B5EF4-FFF2-40B4-BE49-F238E27FC236}">
                <a16:creationId xmlns:a16="http://schemas.microsoft.com/office/drawing/2014/main" id="{E151617C-A1F8-7D62-64C2-33C28BF06EE7}"/>
              </a:ext>
            </a:extLst>
          </p:cNvPr>
          <p:cNvSpPr>
            <a:spLocks noGrp="1"/>
          </p:cNvSpPr>
          <p:nvPr>
            <p:ph type="body" sz="quarter" idx="13"/>
          </p:nvPr>
        </p:nvSpPr>
        <p:spPr>
          <a:xfrm>
            <a:off x="1055688" y="2205039"/>
            <a:ext cx="10080625" cy="3671886"/>
          </a:xfrm>
        </p:spPr>
        <p:txBody>
          <a:bodyPr/>
          <a:lstStyle>
            <a:lvl1pPr>
              <a:defRPr sz="28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9378090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type="obj" preserve="1">
  <p:cSld name="Bullets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DF6D14CD-046B-4F4C-C56E-9224E5C28466}"/>
              </a:ext>
            </a:extLst>
          </p:cNvPr>
          <p:cNvSpPr>
            <a:spLocks noGrp="1"/>
          </p:cNvSpPr>
          <p:nvPr>
            <p:ph idx="1"/>
          </p:nvPr>
        </p:nvSpPr>
        <p:spPr>
          <a:xfrm>
            <a:off x="1055688" y="2205037"/>
            <a:ext cx="10080625" cy="3671887"/>
          </a:xfrm>
        </p:spPr>
        <p:txBody>
          <a:bodyPr/>
          <a:lstStyle>
            <a:lvl1pPr marL="269875" indent="-269875">
              <a:buFont typeface="Arial" panose="020B0604020202020204" pitchFamily="34" charset="0"/>
              <a:buChar char="•"/>
              <a:defRPr/>
            </a:lvl1pPr>
            <a:lvl2pPr marL="539750" indent="-266700">
              <a:defRPr/>
            </a:lvl2pPr>
            <a:lvl3pPr marL="808038" indent="-276225">
              <a:defRPr/>
            </a:lvl3pPr>
            <a:lvl4pPr marL="1077913" indent="-266700">
              <a:defRPr/>
            </a:lvl4pPr>
            <a:lvl5pPr marL="1347788" indent="-266700">
              <a:defRPr/>
            </a:lvl5pPr>
            <a:lvl6pPr marL="1617663" indent="-266700">
              <a:defRPr/>
            </a:lvl6pPr>
            <a:lvl7pPr marL="1885950" indent="-276225">
              <a:defRPr/>
            </a:lvl7pPr>
            <a:lvl8pPr marL="2155825" indent="-266700">
              <a:defRPr/>
            </a:lvl8pPr>
            <a:lvl9pPr marL="2425700" indent="-26670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4" name="Date Placeholder 3">
            <a:extLst>
              <a:ext uri="{FF2B5EF4-FFF2-40B4-BE49-F238E27FC236}">
                <a16:creationId xmlns:a16="http://schemas.microsoft.com/office/drawing/2014/main" id="{5BB6FDD6-AC67-386D-7AA4-C02EC9BB07D2}"/>
              </a:ext>
            </a:extLst>
          </p:cNvPr>
          <p:cNvSpPr>
            <a:spLocks noGrp="1"/>
          </p:cNvSpPr>
          <p:nvPr>
            <p:ph type="dt" sz="half" idx="13"/>
          </p:nvPr>
        </p:nvSpPr>
        <p:spPr/>
        <p:txBody>
          <a:bodyPr/>
          <a:lstStyle/>
          <a:p>
            <a:r>
              <a:rPr lang="fi-FI"/>
              <a:t>06.05.2026</a:t>
            </a:r>
          </a:p>
        </p:txBody>
      </p:sp>
      <p:sp>
        <p:nvSpPr>
          <p:cNvPr id="5" name="Footer Placeholder 4">
            <a:extLst>
              <a:ext uri="{FF2B5EF4-FFF2-40B4-BE49-F238E27FC236}">
                <a16:creationId xmlns:a16="http://schemas.microsoft.com/office/drawing/2014/main" id="{A597A9CB-A538-660F-9EC0-84FF7D333DFB}"/>
              </a:ext>
            </a:extLst>
          </p:cNvPr>
          <p:cNvSpPr>
            <a:spLocks noGrp="1"/>
          </p:cNvSpPr>
          <p:nvPr>
            <p:ph type="ftr" sz="quarter" idx="14"/>
          </p:nvPr>
        </p:nvSpPr>
        <p:spPr/>
        <p:txBody>
          <a:bodyPr/>
          <a:lstStyle/>
          <a:p>
            <a:r>
              <a:rPr lang="pt-BR"/>
              <a:t>Enrico Glerean (2026) CC-BY</a:t>
            </a:r>
            <a:endParaRPr lang="fi-FI"/>
          </a:p>
        </p:txBody>
      </p:sp>
    </p:spTree>
    <p:extLst>
      <p:ext uri="{BB962C8B-B14F-4D97-AF65-F5344CB8AC3E}">
        <p14:creationId xmlns:p14="http://schemas.microsoft.com/office/powerpoint/2010/main" val="40567151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type="obj" preserve="1">
  <p:cSld name="Bullets and Content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fi-FI"/>
          </a:p>
        </p:txBody>
      </p:sp>
      <p:sp>
        <p:nvSpPr>
          <p:cNvPr id="3" name="Content Placeholder 2">
            <a:extLst>
              <a:ext uri="{FF2B5EF4-FFF2-40B4-BE49-F238E27FC236}">
                <a16:creationId xmlns:a16="http://schemas.microsoft.com/office/drawing/2014/main" id="{DF6D14CD-046B-4F4C-C56E-9224E5C28466}"/>
              </a:ext>
            </a:extLst>
          </p:cNvPr>
          <p:cNvSpPr>
            <a:spLocks noGrp="1"/>
          </p:cNvSpPr>
          <p:nvPr>
            <p:ph idx="1"/>
          </p:nvPr>
        </p:nvSpPr>
        <p:spPr>
          <a:xfrm>
            <a:off x="1055688" y="2205037"/>
            <a:ext cx="10080625" cy="3671887"/>
          </a:xfrm>
        </p:spPr>
        <p:txBody>
          <a:bodyPr/>
          <a:lstStyle>
            <a:lvl1pPr marL="269875" indent="-269875">
              <a:buFont typeface="Arial" panose="020B0604020202020204" pitchFamily="34" charset="0"/>
              <a:buChar char="•"/>
              <a:defRPr>
                <a:solidFill>
                  <a:schemeClr val="bg1"/>
                </a:solidFill>
              </a:defRPr>
            </a:lvl1pPr>
            <a:lvl2pPr marL="539750" indent="-266700">
              <a:defRPr>
                <a:solidFill>
                  <a:schemeClr val="bg1"/>
                </a:solidFill>
              </a:defRPr>
            </a:lvl2pPr>
            <a:lvl3pPr marL="808038" indent="-276225">
              <a:defRPr>
                <a:solidFill>
                  <a:schemeClr val="bg1"/>
                </a:solidFill>
              </a:defRPr>
            </a:lvl3pPr>
            <a:lvl4pPr marL="1077913" indent="-266700">
              <a:defRPr>
                <a:solidFill>
                  <a:schemeClr val="bg1"/>
                </a:solidFill>
              </a:defRPr>
            </a:lvl4pPr>
            <a:lvl5pPr marL="1347788" indent="-266700">
              <a:defRPr>
                <a:solidFill>
                  <a:schemeClr val="bg1"/>
                </a:solidFill>
              </a:defRPr>
            </a:lvl5pPr>
            <a:lvl6pPr marL="1617663" indent="-266700">
              <a:defRPr>
                <a:solidFill>
                  <a:schemeClr val="bg1"/>
                </a:solidFill>
              </a:defRPr>
            </a:lvl6pPr>
            <a:lvl7pPr marL="1885950" indent="-276225">
              <a:defRPr>
                <a:solidFill>
                  <a:schemeClr val="bg1"/>
                </a:solidFill>
              </a:defRPr>
            </a:lvl7pPr>
            <a:lvl8pPr marL="2155825" indent="-266700">
              <a:defRPr>
                <a:solidFill>
                  <a:schemeClr val="bg1"/>
                </a:solidFill>
              </a:defRPr>
            </a:lvl8pPr>
            <a:lvl9pPr marL="2425700" indent="-266700">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lvl1pPr>
              <a:defRPr>
                <a:solidFill>
                  <a:schemeClr val="bg1"/>
                </a:solidFill>
              </a:defRPr>
            </a:lvl1pPr>
          </a:lstStyle>
          <a:p>
            <a:r>
              <a:rPr lang="fi-FI"/>
              <a:t>06.05.2026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lvl1pPr>
              <a:defRPr>
                <a:solidFill>
                  <a:schemeClr val="bg1"/>
                </a:solidFill>
              </a:defRPr>
            </a:lvl1pPr>
          </a:lstStyle>
          <a:p>
            <a:r>
              <a:rPr lang="pt-BR"/>
              <a:t>Enrico Glerean (2026)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7" name="Freeform 5">
            <a:extLst>
              <a:ext uri="{FF2B5EF4-FFF2-40B4-BE49-F238E27FC236}">
                <a16:creationId xmlns:a16="http://schemas.microsoft.com/office/drawing/2014/main" id="{E925B5BF-537D-28C4-E616-ABEDC53298DE}"/>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Tree>
    <p:extLst>
      <p:ext uri="{BB962C8B-B14F-4D97-AF65-F5344CB8AC3E}">
        <p14:creationId xmlns:p14="http://schemas.microsoft.com/office/powerpoint/2010/main" val="332932142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type="obj" preserve="1">
  <p:cSld name="Bullets and Content Blu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DF6D14CD-046B-4F4C-C56E-9224E5C28466}"/>
              </a:ext>
            </a:extLst>
          </p:cNvPr>
          <p:cNvSpPr>
            <a:spLocks noGrp="1"/>
          </p:cNvSpPr>
          <p:nvPr>
            <p:ph idx="1"/>
          </p:nvPr>
        </p:nvSpPr>
        <p:spPr>
          <a:xfrm>
            <a:off x="1055688" y="2205037"/>
            <a:ext cx="10080625" cy="3671887"/>
          </a:xfrm>
        </p:spPr>
        <p:txBody>
          <a:bodyPr/>
          <a:lstStyle>
            <a:lvl1pPr marL="269875" indent="-269875">
              <a:buFont typeface="Arial" panose="020B0604020202020204" pitchFamily="34" charset="0"/>
              <a:buChar char="•"/>
              <a:defRPr/>
            </a:lvl1pPr>
            <a:lvl2pPr marL="539750" indent="-266700">
              <a:defRPr/>
            </a:lvl2pPr>
            <a:lvl3pPr marL="808038" indent="-276225">
              <a:defRPr/>
            </a:lvl3pPr>
            <a:lvl4pPr marL="1077913" indent="-266700">
              <a:defRPr/>
            </a:lvl4pPr>
            <a:lvl5pPr marL="1347788" indent="-266700">
              <a:defRPr/>
            </a:lvl5pPr>
            <a:lvl6pPr marL="1617663" indent="-266700">
              <a:defRPr/>
            </a:lvl6pPr>
            <a:lvl7pPr marL="1885950" indent="-276225">
              <a:defRPr/>
            </a:lvl7pPr>
            <a:lvl8pPr marL="2155825" indent="-266700">
              <a:defRPr/>
            </a:lvl8pPr>
            <a:lvl9pPr marL="2425700" indent="-26670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r>
              <a:rPr lang="fi-FI"/>
              <a:t>06.05.2026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Tree>
    <p:extLst>
      <p:ext uri="{BB962C8B-B14F-4D97-AF65-F5344CB8AC3E}">
        <p14:creationId xmlns:p14="http://schemas.microsoft.com/office/powerpoint/2010/main" val="6894014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type="obj" preserve="1">
  <p:cSld name="Bullets and Content 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DF6D14CD-046B-4F4C-C56E-9224E5C28466}"/>
              </a:ext>
            </a:extLst>
          </p:cNvPr>
          <p:cNvSpPr>
            <a:spLocks noGrp="1"/>
          </p:cNvSpPr>
          <p:nvPr>
            <p:ph idx="1"/>
          </p:nvPr>
        </p:nvSpPr>
        <p:spPr>
          <a:xfrm>
            <a:off x="1055688" y="2205037"/>
            <a:ext cx="10080625" cy="3671887"/>
          </a:xfrm>
        </p:spPr>
        <p:txBody>
          <a:bodyPr/>
          <a:lstStyle>
            <a:lvl1pPr marL="269875" indent="-269875">
              <a:buFont typeface="Arial" panose="020B0604020202020204" pitchFamily="34" charset="0"/>
              <a:buChar char="•"/>
              <a:defRPr/>
            </a:lvl1pPr>
            <a:lvl2pPr marL="539750" indent="-266700">
              <a:defRPr/>
            </a:lvl2pPr>
            <a:lvl3pPr marL="808038" indent="-276225">
              <a:defRPr/>
            </a:lvl3pPr>
            <a:lvl4pPr marL="1077913" indent="-266700">
              <a:defRPr/>
            </a:lvl4pPr>
            <a:lvl5pPr marL="1347788" indent="-266700">
              <a:defRPr/>
            </a:lvl5pPr>
            <a:lvl6pPr marL="1617663" indent="-266700">
              <a:defRPr/>
            </a:lvl6pPr>
            <a:lvl7pPr marL="1885950" indent="-276225">
              <a:defRPr/>
            </a:lvl7pPr>
            <a:lvl8pPr marL="2155825" indent="-266700">
              <a:defRPr/>
            </a:lvl8pPr>
            <a:lvl9pPr marL="2425700" indent="-26670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r>
              <a:rPr lang="fi-FI"/>
              <a:t>06.05.2026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Tree>
    <p:extLst>
      <p:ext uri="{BB962C8B-B14F-4D97-AF65-F5344CB8AC3E}">
        <p14:creationId xmlns:p14="http://schemas.microsoft.com/office/powerpoint/2010/main" val="7473211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Bullets and Content Yellow">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DF6D14CD-046B-4F4C-C56E-9224E5C28466}"/>
              </a:ext>
            </a:extLst>
          </p:cNvPr>
          <p:cNvSpPr>
            <a:spLocks noGrp="1"/>
          </p:cNvSpPr>
          <p:nvPr>
            <p:ph idx="1"/>
          </p:nvPr>
        </p:nvSpPr>
        <p:spPr>
          <a:xfrm>
            <a:off x="1055688" y="2205037"/>
            <a:ext cx="10080625" cy="3671887"/>
          </a:xfrm>
        </p:spPr>
        <p:txBody>
          <a:bodyPr/>
          <a:lstStyle>
            <a:lvl1pPr marL="269875" indent="-269875">
              <a:buFont typeface="Arial" panose="020B0604020202020204" pitchFamily="34" charset="0"/>
              <a:buChar char="•"/>
              <a:defRPr/>
            </a:lvl1pPr>
            <a:lvl2pPr marL="539750" indent="-266700">
              <a:defRPr/>
            </a:lvl2pPr>
            <a:lvl3pPr marL="808038" indent="-276225">
              <a:defRPr/>
            </a:lvl3pPr>
            <a:lvl4pPr marL="1077913" indent="-266700">
              <a:defRPr/>
            </a:lvl4pPr>
            <a:lvl5pPr marL="1347788" indent="-266700">
              <a:defRPr/>
            </a:lvl5pPr>
            <a:lvl6pPr marL="1617663" indent="-266700">
              <a:defRPr/>
            </a:lvl6pPr>
            <a:lvl7pPr marL="1885950" indent="-276225">
              <a:defRPr/>
            </a:lvl7pPr>
            <a:lvl8pPr marL="2155825" indent="-266700">
              <a:defRPr/>
            </a:lvl8pPr>
            <a:lvl9pPr marL="2425700" indent="-26670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r>
              <a:rPr lang="fi-FI"/>
              <a:t>06.05.2026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Tree>
    <p:extLst>
      <p:ext uri="{BB962C8B-B14F-4D97-AF65-F5344CB8AC3E}">
        <p14:creationId xmlns:p14="http://schemas.microsoft.com/office/powerpoint/2010/main" val="99990336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Two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8" name="Content Placeholder 2">
            <a:extLst>
              <a:ext uri="{FF2B5EF4-FFF2-40B4-BE49-F238E27FC236}">
                <a16:creationId xmlns:a16="http://schemas.microsoft.com/office/drawing/2014/main" id="{8E3AF440-5C52-ECEB-B15D-EBBA951D8C64}"/>
              </a:ext>
            </a:extLst>
          </p:cNvPr>
          <p:cNvSpPr>
            <a:spLocks noGrp="1"/>
          </p:cNvSpPr>
          <p:nvPr>
            <p:ph sz="half" idx="1"/>
          </p:nvPr>
        </p:nvSpPr>
        <p:spPr>
          <a:xfrm>
            <a:off x="1055688"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9" name="Content Placeholder 3">
            <a:extLst>
              <a:ext uri="{FF2B5EF4-FFF2-40B4-BE49-F238E27FC236}">
                <a16:creationId xmlns:a16="http://schemas.microsoft.com/office/drawing/2014/main" id="{F2689DE4-F150-1AC4-080E-1FC4078AEBAD}"/>
              </a:ext>
            </a:extLst>
          </p:cNvPr>
          <p:cNvSpPr>
            <a:spLocks noGrp="1"/>
          </p:cNvSpPr>
          <p:nvPr>
            <p:ph sz="half" idx="2"/>
          </p:nvPr>
        </p:nvSpPr>
        <p:spPr>
          <a:xfrm>
            <a:off x="6240016"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16" name="Slide Number Placeholder 15">
            <a:extLst>
              <a:ext uri="{FF2B5EF4-FFF2-40B4-BE49-F238E27FC236}">
                <a16:creationId xmlns:a16="http://schemas.microsoft.com/office/drawing/2014/main" id="{302C1AAA-FFC0-A072-DE72-90A83A340821}"/>
              </a:ext>
            </a:extLst>
          </p:cNvPr>
          <p:cNvSpPr>
            <a:spLocks noGrp="1"/>
          </p:cNvSpPr>
          <p:nvPr>
            <p:ph type="sldNum" sz="quarter" idx="12"/>
          </p:nvPr>
        </p:nvSpPr>
        <p:spPr/>
        <p:txBody>
          <a:bodyPr/>
          <a:lstStyle/>
          <a:p>
            <a:fld id="{D701140D-C14F-41CA-99FC-0EF83E8DA40A}" type="slidenum">
              <a:rPr lang="fi-FI" smtClean="0"/>
              <a:pPr/>
              <a:t>‹#›</a:t>
            </a:fld>
            <a:endParaRPr lang="fi-FI"/>
          </a:p>
        </p:txBody>
      </p:sp>
      <p:sp>
        <p:nvSpPr>
          <p:cNvPr id="5" name="Date Placeholder 4">
            <a:extLst>
              <a:ext uri="{FF2B5EF4-FFF2-40B4-BE49-F238E27FC236}">
                <a16:creationId xmlns:a16="http://schemas.microsoft.com/office/drawing/2014/main" id="{2E2A57BB-F53F-2B7B-D0F6-79F25B989302}"/>
              </a:ext>
            </a:extLst>
          </p:cNvPr>
          <p:cNvSpPr>
            <a:spLocks noGrp="1"/>
          </p:cNvSpPr>
          <p:nvPr>
            <p:ph type="dt" sz="half" idx="13"/>
          </p:nvPr>
        </p:nvSpPr>
        <p:spPr/>
        <p:txBody>
          <a:bodyPr/>
          <a:lstStyle/>
          <a:p>
            <a:r>
              <a:rPr lang="fi-FI"/>
              <a:t>06.05.2026</a:t>
            </a:r>
          </a:p>
        </p:txBody>
      </p:sp>
      <p:sp>
        <p:nvSpPr>
          <p:cNvPr id="6" name="Footer Placeholder 5">
            <a:extLst>
              <a:ext uri="{FF2B5EF4-FFF2-40B4-BE49-F238E27FC236}">
                <a16:creationId xmlns:a16="http://schemas.microsoft.com/office/drawing/2014/main" id="{F421E61B-D35D-AB1D-B003-595DF1E201E2}"/>
              </a:ext>
            </a:extLst>
          </p:cNvPr>
          <p:cNvSpPr>
            <a:spLocks noGrp="1"/>
          </p:cNvSpPr>
          <p:nvPr>
            <p:ph type="ftr" sz="quarter" idx="14"/>
          </p:nvPr>
        </p:nvSpPr>
        <p:spPr/>
        <p:txBody>
          <a:bodyPr/>
          <a:lstStyle/>
          <a:p>
            <a:r>
              <a:rPr lang="pt-BR"/>
              <a:t>Enrico Glerean (2026) CC-BY</a:t>
            </a:r>
            <a:endParaRPr lang="fi-FI"/>
          </a:p>
        </p:txBody>
      </p:sp>
    </p:spTree>
    <p:extLst>
      <p:ext uri="{BB962C8B-B14F-4D97-AF65-F5344CB8AC3E}">
        <p14:creationId xmlns:p14="http://schemas.microsoft.com/office/powerpoint/2010/main" val="4208665843"/>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p:cSld name="Two Content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lvl1pPr>
              <a:defRPr>
                <a:solidFill>
                  <a:schemeClr val="bg1"/>
                </a:solidFill>
              </a:defRPr>
            </a:lvl1pPr>
          </a:lstStyle>
          <a:p>
            <a:r>
              <a:rPr lang="fi-FI"/>
              <a:t>06.05.2026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lvl1pPr>
              <a:defRPr>
                <a:solidFill>
                  <a:schemeClr val="bg1"/>
                </a:solidFill>
              </a:defRPr>
            </a:lvl1pPr>
          </a:lstStyle>
          <a:p>
            <a:r>
              <a:rPr lang="pt-BR"/>
              <a:t>Enrico Glerean (2026)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8" name="Content Placeholder 2">
            <a:extLst>
              <a:ext uri="{FF2B5EF4-FFF2-40B4-BE49-F238E27FC236}">
                <a16:creationId xmlns:a16="http://schemas.microsoft.com/office/drawing/2014/main" id="{8E3AF440-5C52-ECEB-B15D-EBBA951D8C64}"/>
              </a:ext>
            </a:extLst>
          </p:cNvPr>
          <p:cNvSpPr>
            <a:spLocks noGrp="1"/>
          </p:cNvSpPr>
          <p:nvPr>
            <p:ph sz="half" idx="1"/>
          </p:nvPr>
        </p:nvSpPr>
        <p:spPr>
          <a:xfrm>
            <a:off x="1055688" y="2205037"/>
            <a:ext cx="4896296" cy="367188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9" name="Content Placeholder 3">
            <a:extLst>
              <a:ext uri="{FF2B5EF4-FFF2-40B4-BE49-F238E27FC236}">
                <a16:creationId xmlns:a16="http://schemas.microsoft.com/office/drawing/2014/main" id="{F2689DE4-F150-1AC4-080E-1FC4078AEBAD}"/>
              </a:ext>
            </a:extLst>
          </p:cNvPr>
          <p:cNvSpPr>
            <a:spLocks noGrp="1"/>
          </p:cNvSpPr>
          <p:nvPr>
            <p:ph sz="half" idx="2"/>
          </p:nvPr>
        </p:nvSpPr>
        <p:spPr>
          <a:xfrm>
            <a:off x="6240016" y="2205037"/>
            <a:ext cx="4896296" cy="367188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3" name="Freeform 5">
            <a:extLst>
              <a:ext uri="{FF2B5EF4-FFF2-40B4-BE49-F238E27FC236}">
                <a16:creationId xmlns:a16="http://schemas.microsoft.com/office/drawing/2014/main" id="{18D0D236-0E9F-85F5-9BC1-6B8DF3DB5124}"/>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Tree>
    <p:extLst>
      <p:ext uri="{BB962C8B-B14F-4D97-AF65-F5344CB8AC3E}">
        <p14:creationId xmlns:p14="http://schemas.microsoft.com/office/powerpoint/2010/main" val="3609642610"/>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Two Content Blu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06.05.2026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(2026)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Content Placeholder 2">
            <a:extLst>
              <a:ext uri="{FF2B5EF4-FFF2-40B4-BE49-F238E27FC236}">
                <a16:creationId xmlns:a16="http://schemas.microsoft.com/office/drawing/2014/main" id="{8E3AF440-5C52-ECEB-B15D-EBBA951D8C64}"/>
              </a:ext>
            </a:extLst>
          </p:cNvPr>
          <p:cNvSpPr>
            <a:spLocks noGrp="1"/>
          </p:cNvSpPr>
          <p:nvPr>
            <p:ph sz="half" idx="1"/>
          </p:nvPr>
        </p:nvSpPr>
        <p:spPr>
          <a:xfrm>
            <a:off x="1055688"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9" name="Content Placeholder 3">
            <a:extLst>
              <a:ext uri="{FF2B5EF4-FFF2-40B4-BE49-F238E27FC236}">
                <a16:creationId xmlns:a16="http://schemas.microsoft.com/office/drawing/2014/main" id="{F2689DE4-F150-1AC4-080E-1FC4078AEBAD}"/>
              </a:ext>
            </a:extLst>
          </p:cNvPr>
          <p:cNvSpPr>
            <a:spLocks noGrp="1"/>
          </p:cNvSpPr>
          <p:nvPr>
            <p:ph sz="half" idx="2"/>
          </p:nvPr>
        </p:nvSpPr>
        <p:spPr>
          <a:xfrm>
            <a:off x="6240016"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113396269"/>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Two Content 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06.05.2026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(2026)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Content Placeholder 2">
            <a:extLst>
              <a:ext uri="{FF2B5EF4-FFF2-40B4-BE49-F238E27FC236}">
                <a16:creationId xmlns:a16="http://schemas.microsoft.com/office/drawing/2014/main" id="{8E3AF440-5C52-ECEB-B15D-EBBA951D8C64}"/>
              </a:ext>
            </a:extLst>
          </p:cNvPr>
          <p:cNvSpPr>
            <a:spLocks noGrp="1"/>
          </p:cNvSpPr>
          <p:nvPr>
            <p:ph sz="half" idx="1"/>
          </p:nvPr>
        </p:nvSpPr>
        <p:spPr>
          <a:xfrm>
            <a:off x="1055688"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9" name="Content Placeholder 3">
            <a:extLst>
              <a:ext uri="{FF2B5EF4-FFF2-40B4-BE49-F238E27FC236}">
                <a16:creationId xmlns:a16="http://schemas.microsoft.com/office/drawing/2014/main" id="{F2689DE4-F150-1AC4-080E-1FC4078AEBAD}"/>
              </a:ext>
            </a:extLst>
          </p:cNvPr>
          <p:cNvSpPr>
            <a:spLocks noGrp="1"/>
          </p:cNvSpPr>
          <p:nvPr>
            <p:ph sz="half" idx="2"/>
          </p:nvPr>
        </p:nvSpPr>
        <p:spPr>
          <a:xfrm>
            <a:off x="6240016"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405486518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Two Content Yellow">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06.05.2026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(2026)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Content Placeholder 2">
            <a:extLst>
              <a:ext uri="{FF2B5EF4-FFF2-40B4-BE49-F238E27FC236}">
                <a16:creationId xmlns:a16="http://schemas.microsoft.com/office/drawing/2014/main" id="{8E3AF440-5C52-ECEB-B15D-EBBA951D8C64}"/>
              </a:ext>
            </a:extLst>
          </p:cNvPr>
          <p:cNvSpPr>
            <a:spLocks noGrp="1"/>
          </p:cNvSpPr>
          <p:nvPr>
            <p:ph sz="half" idx="1"/>
          </p:nvPr>
        </p:nvSpPr>
        <p:spPr>
          <a:xfrm>
            <a:off x="1055688"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9" name="Content Placeholder 3">
            <a:extLst>
              <a:ext uri="{FF2B5EF4-FFF2-40B4-BE49-F238E27FC236}">
                <a16:creationId xmlns:a16="http://schemas.microsoft.com/office/drawing/2014/main" id="{F2689DE4-F150-1AC4-080E-1FC4078AEBAD}"/>
              </a:ext>
            </a:extLst>
          </p:cNvPr>
          <p:cNvSpPr>
            <a:spLocks noGrp="1"/>
          </p:cNvSpPr>
          <p:nvPr>
            <p:ph sz="half" idx="2"/>
          </p:nvPr>
        </p:nvSpPr>
        <p:spPr>
          <a:xfrm>
            <a:off x="6240016"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1536162944"/>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Three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1055688" y="2205037"/>
            <a:ext cx="3168104"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Content Placeholder 3">
            <a:extLst>
              <a:ext uri="{FF2B5EF4-FFF2-40B4-BE49-F238E27FC236}">
                <a16:creationId xmlns:a16="http://schemas.microsoft.com/office/drawing/2014/main" id="{9BB0BFA1-AAA3-B436-0EE2-E469AA3932D9}"/>
              </a:ext>
            </a:extLst>
          </p:cNvPr>
          <p:cNvSpPr>
            <a:spLocks noGrp="1"/>
          </p:cNvSpPr>
          <p:nvPr>
            <p:ph sz="half" idx="2"/>
          </p:nvPr>
        </p:nvSpPr>
        <p:spPr>
          <a:xfrm>
            <a:off x="4511825" y="2205037"/>
            <a:ext cx="3168352"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06.05.2026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(2026)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12" name="Content Placeholder 3">
            <a:extLst>
              <a:ext uri="{FF2B5EF4-FFF2-40B4-BE49-F238E27FC236}">
                <a16:creationId xmlns:a16="http://schemas.microsoft.com/office/drawing/2014/main" id="{D2A1A8FC-ED18-02E4-A33A-C74DEBE3A1BD}"/>
              </a:ext>
            </a:extLst>
          </p:cNvPr>
          <p:cNvSpPr>
            <a:spLocks noGrp="1"/>
          </p:cNvSpPr>
          <p:nvPr>
            <p:ph sz="half" idx="13"/>
          </p:nvPr>
        </p:nvSpPr>
        <p:spPr>
          <a:xfrm>
            <a:off x="7968208" y="2205037"/>
            <a:ext cx="3168105"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1056337971"/>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p:cSld name="Three Content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1055688" y="2205037"/>
            <a:ext cx="3168104" cy="367188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Content Placeholder 3">
            <a:extLst>
              <a:ext uri="{FF2B5EF4-FFF2-40B4-BE49-F238E27FC236}">
                <a16:creationId xmlns:a16="http://schemas.microsoft.com/office/drawing/2014/main" id="{9BB0BFA1-AAA3-B436-0EE2-E469AA3932D9}"/>
              </a:ext>
            </a:extLst>
          </p:cNvPr>
          <p:cNvSpPr>
            <a:spLocks noGrp="1"/>
          </p:cNvSpPr>
          <p:nvPr>
            <p:ph sz="half" idx="2"/>
          </p:nvPr>
        </p:nvSpPr>
        <p:spPr>
          <a:xfrm>
            <a:off x="4511825" y="2205037"/>
            <a:ext cx="3168352" cy="367188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lvl1pPr>
              <a:defRPr>
                <a:solidFill>
                  <a:schemeClr val="bg1"/>
                </a:solidFill>
              </a:defRPr>
            </a:lvl1pPr>
          </a:lstStyle>
          <a:p>
            <a:r>
              <a:rPr lang="fi-FI"/>
              <a:t>06.05.2026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lvl1pPr>
              <a:defRPr>
                <a:solidFill>
                  <a:schemeClr val="bg1"/>
                </a:solidFill>
              </a:defRPr>
            </a:lvl1pPr>
          </a:lstStyle>
          <a:p>
            <a:r>
              <a:rPr lang="pt-BR"/>
              <a:t>Enrico Glerean (2026)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12" name="Content Placeholder 3">
            <a:extLst>
              <a:ext uri="{FF2B5EF4-FFF2-40B4-BE49-F238E27FC236}">
                <a16:creationId xmlns:a16="http://schemas.microsoft.com/office/drawing/2014/main" id="{D2A1A8FC-ED18-02E4-A33A-C74DEBE3A1BD}"/>
              </a:ext>
            </a:extLst>
          </p:cNvPr>
          <p:cNvSpPr>
            <a:spLocks noGrp="1"/>
          </p:cNvSpPr>
          <p:nvPr>
            <p:ph sz="half" idx="13"/>
          </p:nvPr>
        </p:nvSpPr>
        <p:spPr>
          <a:xfrm>
            <a:off x="7968208" y="2205037"/>
            <a:ext cx="3168105" cy="367188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8" name="Freeform 5">
            <a:extLst>
              <a:ext uri="{FF2B5EF4-FFF2-40B4-BE49-F238E27FC236}">
                <a16:creationId xmlns:a16="http://schemas.microsoft.com/office/drawing/2014/main" id="{D7912BB5-9834-D960-62E3-9D95A380EB5B}"/>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Tree>
    <p:extLst>
      <p:ext uri="{BB962C8B-B14F-4D97-AF65-F5344CB8AC3E}">
        <p14:creationId xmlns:p14="http://schemas.microsoft.com/office/powerpoint/2010/main" val="3572633373"/>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Three Content Blu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1055688" y="2205037"/>
            <a:ext cx="3168104"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Content Placeholder 3">
            <a:extLst>
              <a:ext uri="{FF2B5EF4-FFF2-40B4-BE49-F238E27FC236}">
                <a16:creationId xmlns:a16="http://schemas.microsoft.com/office/drawing/2014/main" id="{9BB0BFA1-AAA3-B436-0EE2-E469AA3932D9}"/>
              </a:ext>
            </a:extLst>
          </p:cNvPr>
          <p:cNvSpPr>
            <a:spLocks noGrp="1"/>
          </p:cNvSpPr>
          <p:nvPr>
            <p:ph sz="half" idx="2"/>
          </p:nvPr>
        </p:nvSpPr>
        <p:spPr>
          <a:xfrm>
            <a:off x="4511825" y="2205037"/>
            <a:ext cx="3168352"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06.05.2026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(2026)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12" name="Content Placeholder 3">
            <a:extLst>
              <a:ext uri="{FF2B5EF4-FFF2-40B4-BE49-F238E27FC236}">
                <a16:creationId xmlns:a16="http://schemas.microsoft.com/office/drawing/2014/main" id="{D2A1A8FC-ED18-02E4-A33A-C74DEBE3A1BD}"/>
              </a:ext>
            </a:extLst>
          </p:cNvPr>
          <p:cNvSpPr>
            <a:spLocks noGrp="1"/>
          </p:cNvSpPr>
          <p:nvPr>
            <p:ph sz="half" idx="13"/>
          </p:nvPr>
        </p:nvSpPr>
        <p:spPr>
          <a:xfrm>
            <a:off x="7968208" y="2205037"/>
            <a:ext cx="3168105"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1186685080"/>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Three Content 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1055688" y="2205037"/>
            <a:ext cx="3168104"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Content Placeholder 3">
            <a:extLst>
              <a:ext uri="{FF2B5EF4-FFF2-40B4-BE49-F238E27FC236}">
                <a16:creationId xmlns:a16="http://schemas.microsoft.com/office/drawing/2014/main" id="{9BB0BFA1-AAA3-B436-0EE2-E469AA3932D9}"/>
              </a:ext>
            </a:extLst>
          </p:cNvPr>
          <p:cNvSpPr>
            <a:spLocks noGrp="1"/>
          </p:cNvSpPr>
          <p:nvPr>
            <p:ph sz="half" idx="2"/>
          </p:nvPr>
        </p:nvSpPr>
        <p:spPr>
          <a:xfrm>
            <a:off x="4511825" y="2205037"/>
            <a:ext cx="3168352"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06.05.2026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(2026)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12" name="Content Placeholder 3">
            <a:extLst>
              <a:ext uri="{FF2B5EF4-FFF2-40B4-BE49-F238E27FC236}">
                <a16:creationId xmlns:a16="http://schemas.microsoft.com/office/drawing/2014/main" id="{D2A1A8FC-ED18-02E4-A33A-C74DEBE3A1BD}"/>
              </a:ext>
            </a:extLst>
          </p:cNvPr>
          <p:cNvSpPr>
            <a:spLocks noGrp="1"/>
          </p:cNvSpPr>
          <p:nvPr>
            <p:ph sz="half" idx="13"/>
          </p:nvPr>
        </p:nvSpPr>
        <p:spPr>
          <a:xfrm>
            <a:off x="7968208" y="2205037"/>
            <a:ext cx="3168105"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503550332"/>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Three Content Yellow">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1055688" y="2205037"/>
            <a:ext cx="3168104"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Content Placeholder 3">
            <a:extLst>
              <a:ext uri="{FF2B5EF4-FFF2-40B4-BE49-F238E27FC236}">
                <a16:creationId xmlns:a16="http://schemas.microsoft.com/office/drawing/2014/main" id="{9BB0BFA1-AAA3-B436-0EE2-E469AA3932D9}"/>
              </a:ext>
            </a:extLst>
          </p:cNvPr>
          <p:cNvSpPr>
            <a:spLocks noGrp="1"/>
          </p:cNvSpPr>
          <p:nvPr>
            <p:ph sz="half" idx="2"/>
          </p:nvPr>
        </p:nvSpPr>
        <p:spPr>
          <a:xfrm>
            <a:off x="4511825" y="2205037"/>
            <a:ext cx="3168352"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06.05.2026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(2026)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12" name="Content Placeholder 3">
            <a:extLst>
              <a:ext uri="{FF2B5EF4-FFF2-40B4-BE49-F238E27FC236}">
                <a16:creationId xmlns:a16="http://schemas.microsoft.com/office/drawing/2014/main" id="{D2A1A8FC-ED18-02E4-A33A-C74DEBE3A1BD}"/>
              </a:ext>
            </a:extLst>
          </p:cNvPr>
          <p:cNvSpPr>
            <a:spLocks noGrp="1"/>
          </p:cNvSpPr>
          <p:nvPr>
            <p:ph sz="half" idx="13"/>
          </p:nvPr>
        </p:nvSpPr>
        <p:spPr>
          <a:xfrm>
            <a:off x="7968208" y="2205037"/>
            <a:ext cx="3168105"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2120590378"/>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Section Header ">
    <p:bg>
      <p:bgPr>
        <a:solidFill>
          <a:schemeClr val="bg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41DE05B-FFAF-0858-13F9-0EB7AD3526CC}"/>
              </a:ext>
            </a:extLst>
          </p:cNvPr>
          <p:cNvSpPr>
            <a:spLocks noGrp="1"/>
          </p:cNvSpPr>
          <p:nvPr>
            <p:ph type="dt" sz="half" idx="10"/>
          </p:nvPr>
        </p:nvSpPr>
        <p:spPr/>
        <p:txBody>
          <a:bodyPr/>
          <a:lstStyle/>
          <a:p>
            <a:r>
              <a:rPr lang="fi-FI"/>
              <a:t>06.05.2026</a:t>
            </a:r>
          </a:p>
        </p:txBody>
      </p:sp>
      <p:sp>
        <p:nvSpPr>
          <p:cNvPr id="5" name="Footer Placeholder 4">
            <a:extLst>
              <a:ext uri="{FF2B5EF4-FFF2-40B4-BE49-F238E27FC236}">
                <a16:creationId xmlns:a16="http://schemas.microsoft.com/office/drawing/2014/main" id="{06FD89D3-D829-039B-7727-4ABD59B9BD66}"/>
              </a:ext>
            </a:extLst>
          </p:cNvPr>
          <p:cNvSpPr>
            <a:spLocks noGrp="1"/>
          </p:cNvSpPr>
          <p:nvPr>
            <p:ph type="ftr" sz="quarter" idx="11"/>
          </p:nvPr>
        </p:nvSpPr>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700DE2EE-0379-76A8-D3FE-92AD796C4367}"/>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9" name="Title 1">
            <a:extLst>
              <a:ext uri="{FF2B5EF4-FFF2-40B4-BE49-F238E27FC236}">
                <a16:creationId xmlns:a16="http://schemas.microsoft.com/office/drawing/2014/main" id="{7795DFD4-86D0-9FF1-D4D8-602EECF830DF}"/>
              </a:ext>
            </a:extLst>
          </p:cNvPr>
          <p:cNvSpPr>
            <a:spLocks noGrp="1"/>
          </p:cNvSpPr>
          <p:nvPr>
            <p:ph type="ctrTitle"/>
          </p:nvPr>
        </p:nvSpPr>
        <p:spPr>
          <a:xfrm>
            <a:off x="412647" y="3182779"/>
            <a:ext cx="11371365" cy="492443"/>
          </a:xfrm>
        </p:spPr>
        <p:txBody>
          <a:bodyPr wrap="square" anchor="ctr" anchorCtr="0">
            <a:spAutoFit/>
          </a:bodyPr>
          <a:lstStyle>
            <a:lvl1pPr algn="ctr">
              <a:lnSpc>
                <a:spcPct val="100000"/>
              </a:lnSpc>
              <a:defRPr sz="3200">
                <a:latin typeface="+mj-lt"/>
              </a:defRPr>
            </a:lvl1pPr>
          </a:lstStyle>
          <a:p>
            <a:r>
              <a:rPr lang="en-US"/>
              <a:t>Click to edit Master title style</a:t>
            </a:r>
            <a:endParaRPr lang="fi-FI"/>
          </a:p>
        </p:txBody>
      </p:sp>
    </p:spTree>
    <p:extLst>
      <p:ext uri="{BB962C8B-B14F-4D97-AF65-F5344CB8AC3E}">
        <p14:creationId xmlns:p14="http://schemas.microsoft.com/office/powerpoint/2010/main" val="4268008607"/>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p:cSld name="Section Header Black">
    <p:bg>
      <p:bgPr>
        <a:solidFill>
          <a:schemeClr val="tx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00DE2EE-0379-76A8-D3FE-92AD796C4367}"/>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9" name="Title 1">
            <a:extLst>
              <a:ext uri="{FF2B5EF4-FFF2-40B4-BE49-F238E27FC236}">
                <a16:creationId xmlns:a16="http://schemas.microsoft.com/office/drawing/2014/main" id="{7795DFD4-86D0-9FF1-D4D8-602EECF830DF}"/>
              </a:ext>
            </a:extLst>
          </p:cNvPr>
          <p:cNvSpPr>
            <a:spLocks noGrp="1"/>
          </p:cNvSpPr>
          <p:nvPr>
            <p:ph type="ctrTitle"/>
          </p:nvPr>
        </p:nvSpPr>
        <p:spPr>
          <a:xfrm>
            <a:off x="412647" y="3182779"/>
            <a:ext cx="11371365" cy="492443"/>
          </a:xfrm>
        </p:spPr>
        <p:txBody>
          <a:bodyPr wrap="square" anchor="ctr" anchorCtr="0">
            <a:spAutoFit/>
          </a:bodyPr>
          <a:lstStyle>
            <a:lvl1pPr algn="ctr">
              <a:lnSpc>
                <a:spcPct val="100000"/>
              </a:lnSpc>
              <a:defRPr sz="3200">
                <a:solidFill>
                  <a:schemeClr val="bg1"/>
                </a:solidFill>
                <a:latin typeface="+mj-lt"/>
              </a:defRPr>
            </a:lvl1pPr>
          </a:lstStyle>
          <a:p>
            <a:r>
              <a:rPr lang="en-US"/>
              <a:t>Click to edit Master title style</a:t>
            </a:r>
            <a:endParaRPr lang="fi-FI"/>
          </a:p>
        </p:txBody>
      </p:sp>
      <p:sp>
        <p:nvSpPr>
          <p:cNvPr id="2" name="Freeform 5">
            <a:extLst>
              <a:ext uri="{FF2B5EF4-FFF2-40B4-BE49-F238E27FC236}">
                <a16:creationId xmlns:a16="http://schemas.microsoft.com/office/drawing/2014/main" id="{5A269375-E1A8-C31B-7E8E-7F024302667C}"/>
              </a:ext>
            </a:extLst>
          </p:cNvPr>
          <p:cNvSpPr>
            <a:spLocks noChangeAspect="1" noEditPoints="1"/>
          </p:cNvSpPr>
          <p:nvPr userDrawn="1"/>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
        <p:nvSpPr>
          <p:cNvPr id="4" name="Date Placeholder 3">
            <a:extLst>
              <a:ext uri="{FF2B5EF4-FFF2-40B4-BE49-F238E27FC236}">
                <a16:creationId xmlns:a16="http://schemas.microsoft.com/office/drawing/2014/main" id="{AFAB8C54-8FF4-ECB4-5321-511CAEE5FB2D}"/>
              </a:ext>
            </a:extLst>
          </p:cNvPr>
          <p:cNvSpPr>
            <a:spLocks noGrp="1"/>
          </p:cNvSpPr>
          <p:nvPr>
            <p:ph type="dt" sz="half" idx="13"/>
          </p:nvPr>
        </p:nvSpPr>
        <p:spPr/>
        <p:txBody>
          <a:bodyPr/>
          <a:lstStyle/>
          <a:p>
            <a:r>
              <a:rPr lang="fi-FI"/>
              <a:t>06.05.2026</a:t>
            </a:r>
          </a:p>
        </p:txBody>
      </p:sp>
      <p:sp>
        <p:nvSpPr>
          <p:cNvPr id="5" name="Footer Placeholder 4">
            <a:extLst>
              <a:ext uri="{FF2B5EF4-FFF2-40B4-BE49-F238E27FC236}">
                <a16:creationId xmlns:a16="http://schemas.microsoft.com/office/drawing/2014/main" id="{D00DBC1F-EE08-1759-7EA7-58669FCAF887}"/>
              </a:ext>
            </a:extLst>
          </p:cNvPr>
          <p:cNvSpPr>
            <a:spLocks noGrp="1"/>
          </p:cNvSpPr>
          <p:nvPr>
            <p:ph type="ftr" sz="quarter" idx="14"/>
          </p:nvPr>
        </p:nvSpPr>
        <p:spPr/>
        <p:txBody>
          <a:bodyPr/>
          <a:lstStyle/>
          <a:p>
            <a:r>
              <a:rPr lang="pt-BR"/>
              <a:t>Enrico Glerean (2026) CC-BY</a:t>
            </a:r>
            <a:endParaRPr lang="fi-FI"/>
          </a:p>
        </p:txBody>
      </p:sp>
    </p:spTree>
    <p:extLst>
      <p:ext uri="{BB962C8B-B14F-4D97-AF65-F5344CB8AC3E}">
        <p14:creationId xmlns:p14="http://schemas.microsoft.com/office/powerpoint/2010/main" val="3167825029"/>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Section Header Blue">
    <p:bg>
      <p:bgPr>
        <a:solidFill>
          <a:schemeClr val="accent3"/>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41DE05B-FFAF-0858-13F9-0EB7AD3526CC}"/>
              </a:ext>
            </a:extLst>
          </p:cNvPr>
          <p:cNvSpPr>
            <a:spLocks noGrp="1"/>
          </p:cNvSpPr>
          <p:nvPr>
            <p:ph type="dt" sz="half" idx="10"/>
          </p:nvPr>
        </p:nvSpPr>
        <p:spPr/>
        <p:txBody>
          <a:bodyPr/>
          <a:lstStyle/>
          <a:p>
            <a:r>
              <a:rPr lang="fi-FI"/>
              <a:t>06.05.2026</a:t>
            </a:r>
          </a:p>
        </p:txBody>
      </p:sp>
      <p:sp>
        <p:nvSpPr>
          <p:cNvPr id="5" name="Footer Placeholder 4">
            <a:extLst>
              <a:ext uri="{FF2B5EF4-FFF2-40B4-BE49-F238E27FC236}">
                <a16:creationId xmlns:a16="http://schemas.microsoft.com/office/drawing/2014/main" id="{06FD89D3-D829-039B-7727-4ABD59B9BD66}"/>
              </a:ext>
            </a:extLst>
          </p:cNvPr>
          <p:cNvSpPr>
            <a:spLocks noGrp="1"/>
          </p:cNvSpPr>
          <p:nvPr>
            <p:ph type="ftr" sz="quarter" idx="11"/>
          </p:nvPr>
        </p:nvSpPr>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700DE2EE-0379-76A8-D3FE-92AD796C4367}"/>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9" name="Title 1">
            <a:extLst>
              <a:ext uri="{FF2B5EF4-FFF2-40B4-BE49-F238E27FC236}">
                <a16:creationId xmlns:a16="http://schemas.microsoft.com/office/drawing/2014/main" id="{7795DFD4-86D0-9FF1-D4D8-602EECF830DF}"/>
              </a:ext>
            </a:extLst>
          </p:cNvPr>
          <p:cNvSpPr>
            <a:spLocks noGrp="1"/>
          </p:cNvSpPr>
          <p:nvPr>
            <p:ph type="ctrTitle"/>
          </p:nvPr>
        </p:nvSpPr>
        <p:spPr>
          <a:xfrm>
            <a:off x="412647" y="3182779"/>
            <a:ext cx="11371365" cy="492443"/>
          </a:xfrm>
        </p:spPr>
        <p:txBody>
          <a:bodyPr wrap="square" anchor="ctr" anchorCtr="0">
            <a:spAutoFit/>
          </a:bodyPr>
          <a:lstStyle>
            <a:lvl1pPr algn="ctr">
              <a:lnSpc>
                <a:spcPct val="100000"/>
              </a:lnSpc>
              <a:defRPr sz="3200">
                <a:latin typeface="+mj-lt"/>
              </a:defRPr>
            </a:lvl1pPr>
          </a:lstStyle>
          <a:p>
            <a:r>
              <a:rPr lang="en-US"/>
              <a:t>Click to edit Master title style</a:t>
            </a:r>
            <a:endParaRPr lang="fi-FI"/>
          </a:p>
        </p:txBody>
      </p:sp>
    </p:spTree>
    <p:extLst>
      <p:ext uri="{BB962C8B-B14F-4D97-AF65-F5344CB8AC3E}">
        <p14:creationId xmlns:p14="http://schemas.microsoft.com/office/powerpoint/2010/main" val="3483138289"/>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Section Header Red">
    <p:bg>
      <p:bgPr>
        <a:solidFill>
          <a:schemeClr val="accent2"/>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41DE05B-FFAF-0858-13F9-0EB7AD3526CC}"/>
              </a:ext>
            </a:extLst>
          </p:cNvPr>
          <p:cNvSpPr>
            <a:spLocks noGrp="1"/>
          </p:cNvSpPr>
          <p:nvPr>
            <p:ph type="dt" sz="half" idx="10"/>
          </p:nvPr>
        </p:nvSpPr>
        <p:spPr/>
        <p:txBody>
          <a:bodyPr/>
          <a:lstStyle/>
          <a:p>
            <a:r>
              <a:rPr lang="fi-FI"/>
              <a:t>06.05.2026</a:t>
            </a:r>
          </a:p>
        </p:txBody>
      </p:sp>
      <p:sp>
        <p:nvSpPr>
          <p:cNvPr id="5" name="Footer Placeholder 4">
            <a:extLst>
              <a:ext uri="{FF2B5EF4-FFF2-40B4-BE49-F238E27FC236}">
                <a16:creationId xmlns:a16="http://schemas.microsoft.com/office/drawing/2014/main" id="{06FD89D3-D829-039B-7727-4ABD59B9BD66}"/>
              </a:ext>
            </a:extLst>
          </p:cNvPr>
          <p:cNvSpPr>
            <a:spLocks noGrp="1"/>
          </p:cNvSpPr>
          <p:nvPr>
            <p:ph type="ftr" sz="quarter" idx="11"/>
          </p:nvPr>
        </p:nvSpPr>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700DE2EE-0379-76A8-D3FE-92AD796C4367}"/>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9" name="Title 1">
            <a:extLst>
              <a:ext uri="{FF2B5EF4-FFF2-40B4-BE49-F238E27FC236}">
                <a16:creationId xmlns:a16="http://schemas.microsoft.com/office/drawing/2014/main" id="{7795DFD4-86D0-9FF1-D4D8-602EECF830DF}"/>
              </a:ext>
            </a:extLst>
          </p:cNvPr>
          <p:cNvSpPr>
            <a:spLocks noGrp="1"/>
          </p:cNvSpPr>
          <p:nvPr>
            <p:ph type="ctrTitle"/>
          </p:nvPr>
        </p:nvSpPr>
        <p:spPr>
          <a:xfrm>
            <a:off x="412647" y="3182779"/>
            <a:ext cx="11371365" cy="492443"/>
          </a:xfrm>
        </p:spPr>
        <p:txBody>
          <a:bodyPr wrap="square" anchor="ctr" anchorCtr="0">
            <a:spAutoFit/>
          </a:bodyPr>
          <a:lstStyle>
            <a:lvl1pPr algn="ctr">
              <a:lnSpc>
                <a:spcPct val="100000"/>
              </a:lnSpc>
              <a:defRPr sz="3200">
                <a:latin typeface="+mj-lt"/>
              </a:defRPr>
            </a:lvl1pPr>
          </a:lstStyle>
          <a:p>
            <a:r>
              <a:rPr lang="en-US"/>
              <a:t>Click to edit Master title style</a:t>
            </a:r>
            <a:endParaRPr lang="fi-FI"/>
          </a:p>
        </p:txBody>
      </p:sp>
    </p:spTree>
    <p:extLst>
      <p:ext uri="{BB962C8B-B14F-4D97-AF65-F5344CB8AC3E}">
        <p14:creationId xmlns:p14="http://schemas.microsoft.com/office/powerpoint/2010/main" val="875309017"/>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Section Header Yellow">
    <p:bg>
      <p:bgPr>
        <a:solidFill>
          <a:schemeClr val="accent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41DE05B-FFAF-0858-13F9-0EB7AD3526CC}"/>
              </a:ext>
            </a:extLst>
          </p:cNvPr>
          <p:cNvSpPr>
            <a:spLocks noGrp="1"/>
          </p:cNvSpPr>
          <p:nvPr>
            <p:ph type="dt" sz="half" idx="10"/>
          </p:nvPr>
        </p:nvSpPr>
        <p:spPr/>
        <p:txBody>
          <a:bodyPr/>
          <a:lstStyle/>
          <a:p>
            <a:r>
              <a:rPr lang="fi-FI"/>
              <a:t>06.05.2026</a:t>
            </a:r>
          </a:p>
        </p:txBody>
      </p:sp>
      <p:sp>
        <p:nvSpPr>
          <p:cNvPr id="5" name="Footer Placeholder 4">
            <a:extLst>
              <a:ext uri="{FF2B5EF4-FFF2-40B4-BE49-F238E27FC236}">
                <a16:creationId xmlns:a16="http://schemas.microsoft.com/office/drawing/2014/main" id="{06FD89D3-D829-039B-7727-4ABD59B9BD66}"/>
              </a:ext>
            </a:extLst>
          </p:cNvPr>
          <p:cNvSpPr>
            <a:spLocks noGrp="1"/>
          </p:cNvSpPr>
          <p:nvPr>
            <p:ph type="ftr" sz="quarter" idx="11"/>
          </p:nvPr>
        </p:nvSpPr>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700DE2EE-0379-76A8-D3FE-92AD796C4367}"/>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9" name="Title 1">
            <a:extLst>
              <a:ext uri="{FF2B5EF4-FFF2-40B4-BE49-F238E27FC236}">
                <a16:creationId xmlns:a16="http://schemas.microsoft.com/office/drawing/2014/main" id="{7795DFD4-86D0-9FF1-D4D8-602EECF830DF}"/>
              </a:ext>
            </a:extLst>
          </p:cNvPr>
          <p:cNvSpPr>
            <a:spLocks noGrp="1"/>
          </p:cNvSpPr>
          <p:nvPr>
            <p:ph type="ctrTitle"/>
          </p:nvPr>
        </p:nvSpPr>
        <p:spPr>
          <a:xfrm>
            <a:off x="412647" y="3182779"/>
            <a:ext cx="11371365" cy="492443"/>
          </a:xfrm>
        </p:spPr>
        <p:txBody>
          <a:bodyPr wrap="square" anchor="ctr" anchorCtr="0">
            <a:spAutoFit/>
          </a:bodyPr>
          <a:lstStyle>
            <a:lvl1pPr algn="ctr">
              <a:lnSpc>
                <a:spcPct val="100000"/>
              </a:lnSpc>
              <a:defRPr sz="3200">
                <a:latin typeface="+mj-lt"/>
              </a:defRPr>
            </a:lvl1pPr>
          </a:lstStyle>
          <a:p>
            <a:r>
              <a:rPr lang="en-US"/>
              <a:t>Click to edit Master title style</a:t>
            </a:r>
            <a:endParaRPr lang="fi-FI"/>
          </a:p>
        </p:txBody>
      </p:sp>
    </p:spTree>
    <p:extLst>
      <p:ext uri="{BB962C8B-B14F-4D97-AF65-F5344CB8AC3E}">
        <p14:creationId xmlns:p14="http://schemas.microsoft.com/office/powerpoint/2010/main" val="657095187"/>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Content and Picture ">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6096000" y="0"/>
            <a:ext cx="6096000" cy="6858000"/>
          </a:xfrm>
          <a:solidFill>
            <a:schemeClr val="bg2"/>
          </a:solidFill>
        </p:spPr>
        <p:txBody>
          <a:bodyPr vert="horz" lIns="0" tIns="0" rIns="0" bIns="0" rtlCol="0" anchor="t" anchorCtr="0">
            <a:noAutofit/>
          </a:bodyPr>
          <a:lstStyle>
            <a:lvl1pPr>
              <a:defRPr lang="fi-FI" sz="1200" noProof="1"/>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1079971"/>
          </a:xfrm>
        </p:spPr>
        <p:txBody>
          <a:bodyPr/>
          <a:lstStyle>
            <a:lvl1pPr>
              <a:defRPr sz="3000" baseline="0"/>
            </a:lvl1p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407988" y="2205037"/>
            <a:ext cx="5327972"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10" name="Slide Number Placeholder 9">
            <a:extLst>
              <a:ext uri="{FF2B5EF4-FFF2-40B4-BE49-F238E27FC236}">
                <a16:creationId xmlns:a16="http://schemas.microsoft.com/office/drawing/2014/main" id="{59484465-F54B-AF10-4DE5-9408CEC67995}"/>
              </a:ext>
            </a:extLst>
          </p:cNvPr>
          <p:cNvSpPr>
            <a:spLocks noGrp="1"/>
          </p:cNvSpPr>
          <p:nvPr>
            <p:ph type="sldNum" sz="quarter" idx="16"/>
          </p:nvPr>
        </p:nvSpPr>
        <p:spPr/>
        <p:txBody>
          <a:bodyPr/>
          <a:lstStyle/>
          <a:p>
            <a:fld id="{D701140D-C14F-41CA-99FC-0EF83E8DA40A}" type="slidenum">
              <a:rPr lang="fi-FI" smtClean="0"/>
              <a:pPr/>
              <a:t>‹#›</a:t>
            </a:fld>
            <a:endParaRPr lang="fi-FI"/>
          </a:p>
        </p:txBody>
      </p:sp>
      <p:sp>
        <p:nvSpPr>
          <p:cNvPr id="4" name="Date Placeholder 3">
            <a:extLst>
              <a:ext uri="{FF2B5EF4-FFF2-40B4-BE49-F238E27FC236}">
                <a16:creationId xmlns:a16="http://schemas.microsoft.com/office/drawing/2014/main" id="{559A4F6C-FE3B-D1DD-5391-CF2E074E2523}"/>
              </a:ext>
            </a:extLst>
          </p:cNvPr>
          <p:cNvSpPr>
            <a:spLocks noGrp="1"/>
          </p:cNvSpPr>
          <p:nvPr>
            <p:ph type="dt" sz="half" idx="17"/>
          </p:nvPr>
        </p:nvSpPr>
        <p:spPr/>
        <p:txBody>
          <a:bodyPr/>
          <a:lstStyle/>
          <a:p>
            <a:r>
              <a:rPr lang="fi-FI"/>
              <a:t>06.05.2026</a:t>
            </a:r>
          </a:p>
        </p:txBody>
      </p:sp>
      <p:sp>
        <p:nvSpPr>
          <p:cNvPr id="7" name="Footer Placeholder 6">
            <a:extLst>
              <a:ext uri="{FF2B5EF4-FFF2-40B4-BE49-F238E27FC236}">
                <a16:creationId xmlns:a16="http://schemas.microsoft.com/office/drawing/2014/main" id="{837FB843-FB8C-BD1A-3B3A-74930C6A6633}"/>
              </a:ext>
            </a:extLst>
          </p:cNvPr>
          <p:cNvSpPr>
            <a:spLocks noGrp="1"/>
          </p:cNvSpPr>
          <p:nvPr>
            <p:ph type="ftr" sz="quarter" idx="18"/>
          </p:nvPr>
        </p:nvSpPr>
        <p:spPr/>
        <p:txBody>
          <a:bodyPr/>
          <a:lstStyle/>
          <a:p>
            <a:r>
              <a:rPr lang="pt-BR"/>
              <a:t>Enrico Glerean (2026) CC-BY</a:t>
            </a:r>
            <a:endParaRPr lang="fi-FI"/>
          </a:p>
        </p:txBody>
      </p:sp>
    </p:spTree>
    <p:extLst>
      <p:ext uri="{BB962C8B-B14F-4D97-AF65-F5344CB8AC3E}">
        <p14:creationId xmlns:p14="http://schemas.microsoft.com/office/powerpoint/2010/main" val="2168266617"/>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p:cSld name="Content and Picture Black">
    <p:bg>
      <p:bgPr>
        <a:solidFill>
          <a:schemeClr val="tx1"/>
        </a:solidFill>
        <a:effectLst/>
      </p:bgPr>
    </p:bg>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6096000" y="0"/>
            <a:ext cx="6096000" cy="6858000"/>
          </a:xfrm>
          <a:solidFill>
            <a:schemeClr val="bg2"/>
          </a:solidFill>
        </p:spPr>
        <p:txBody>
          <a:bodyPr vert="horz" lIns="0" tIns="0" rIns="0" bIns="0" rtlCol="0" anchor="t" anchorCtr="0">
            <a:noAutofit/>
          </a:bodyPr>
          <a:lstStyle>
            <a:lvl1pPr>
              <a:defRPr lang="fi-FI" sz="1200" noProof="1"/>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1079971"/>
          </a:xfrm>
        </p:spPr>
        <p:txBody>
          <a:bodyPr/>
          <a:lstStyle>
            <a:lvl1pPr>
              <a:defRPr sz="3000" baseline="0">
                <a:solidFill>
                  <a:schemeClr val="bg1"/>
                </a:solidFill>
              </a:defRPr>
            </a:lvl1p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407988" y="2205037"/>
            <a:ext cx="5327972" cy="367188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Freeform 5">
            <a:extLst>
              <a:ext uri="{FF2B5EF4-FFF2-40B4-BE49-F238E27FC236}">
                <a16:creationId xmlns:a16="http://schemas.microsoft.com/office/drawing/2014/main" id="{E9DBB8D9-1FAC-C1EB-F377-B1DBC3921D1F}"/>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
        <p:nvSpPr>
          <p:cNvPr id="9" name="Date Placeholder 8">
            <a:extLst>
              <a:ext uri="{FF2B5EF4-FFF2-40B4-BE49-F238E27FC236}">
                <a16:creationId xmlns:a16="http://schemas.microsoft.com/office/drawing/2014/main" id="{4D950C6D-A26F-82AD-182C-D6A75325AABD}"/>
              </a:ext>
            </a:extLst>
          </p:cNvPr>
          <p:cNvSpPr>
            <a:spLocks noGrp="1"/>
          </p:cNvSpPr>
          <p:nvPr>
            <p:ph type="dt" sz="half" idx="14"/>
          </p:nvPr>
        </p:nvSpPr>
        <p:spPr/>
        <p:txBody>
          <a:bodyPr/>
          <a:lstStyle/>
          <a:p>
            <a:r>
              <a:rPr lang="fi-FI"/>
              <a:t>06.05.2026</a:t>
            </a:r>
          </a:p>
        </p:txBody>
      </p:sp>
      <p:sp>
        <p:nvSpPr>
          <p:cNvPr id="10" name="Footer Placeholder 9">
            <a:extLst>
              <a:ext uri="{FF2B5EF4-FFF2-40B4-BE49-F238E27FC236}">
                <a16:creationId xmlns:a16="http://schemas.microsoft.com/office/drawing/2014/main" id="{B6FD463F-4C08-CD4B-ACA8-A8D406E1D024}"/>
              </a:ext>
            </a:extLst>
          </p:cNvPr>
          <p:cNvSpPr>
            <a:spLocks noGrp="1"/>
          </p:cNvSpPr>
          <p:nvPr>
            <p:ph type="ftr" sz="quarter" idx="15"/>
          </p:nvPr>
        </p:nvSpPr>
        <p:spPr/>
        <p:txBody>
          <a:bodyPr/>
          <a:lstStyle/>
          <a:p>
            <a:r>
              <a:rPr lang="pt-BR"/>
              <a:t>Enrico Glerean (2026) CC-BY</a:t>
            </a:r>
            <a:endParaRPr lang="fi-FI"/>
          </a:p>
        </p:txBody>
      </p:sp>
      <p:sp>
        <p:nvSpPr>
          <p:cNvPr id="11" name="Slide Number Placeholder 10">
            <a:extLst>
              <a:ext uri="{FF2B5EF4-FFF2-40B4-BE49-F238E27FC236}">
                <a16:creationId xmlns:a16="http://schemas.microsoft.com/office/drawing/2014/main" id="{6FDEFB73-E47C-07B1-833F-288DD37CC7D7}"/>
              </a:ext>
            </a:extLst>
          </p:cNvPr>
          <p:cNvSpPr>
            <a:spLocks noGrp="1"/>
          </p:cNvSpPr>
          <p:nvPr>
            <p:ph type="sldNum" sz="quarter" idx="16"/>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1728176270"/>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Content and Picture Blue">
    <p:bg>
      <p:bgPr>
        <a:solidFill>
          <a:schemeClr val="accent3"/>
        </a:solidFill>
        <a:effectLst/>
      </p:bgPr>
    </p:bg>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6096000" y="0"/>
            <a:ext cx="6096000" cy="6858000"/>
          </a:xfrm>
          <a:solidFill>
            <a:schemeClr val="bg2"/>
          </a:solidFill>
        </p:spPr>
        <p:txBody>
          <a:bodyPr vert="horz" lIns="0" tIns="0" rIns="0" bIns="0" rtlCol="0" anchor="t" anchorCtr="0">
            <a:noAutofit/>
          </a:bodyPr>
          <a:lstStyle>
            <a:lvl1pPr>
              <a:defRPr lang="fi-FI" sz="1200" noProof="1"/>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1079971"/>
          </a:xfrm>
        </p:spPr>
        <p:txBody>
          <a:bodyPr/>
          <a:lstStyle>
            <a:lvl1pPr>
              <a:defRPr sz="3000" baseline="0"/>
            </a:lvl1p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407988" y="2205037"/>
            <a:ext cx="5327972"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Date Placeholder 3">
            <a:extLst>
              <a:ext uri="{FF2B5EF4-FFF2-40B4-BE49-F238E27FC236}">
                <a16:creationId xmlns:a16="http://schemas.microsoft.com/office/drawing/2014/main" id="{65EB32AC-0ABC-0E7B-294B-708C591BFA29}"/>
              </a:ext>
            </a:extLst>
          </p:cNvPr>
          <p:cNvSpPr>
            <a:spLocks noGrp="1"/>
          </p:cNvSpPr>
          <p:nvPr>
            <p:ph type="dt" sz="half" idx="14"/>
          </p:nvPr>
        </p:nvSpPr>
        <p:spPr/>
        <p:txBody>
          <a:bodyPr/>
          <a:lstStyle/>
          <a:p>
            <a:r>
              <a:rPr lang="fi-FI"/>
              <a:t>06.05.2026</a:t>
            </a:r>
          </a:p>
        </p:txBody>
      </p:sp>
      <p:sp>
        <p:nvSpPr>
          <p:cNvPr id="9" name="Footer Placeholder 8">
            <a:extLst>
              <a:ext uri="{FF2B5EF4-FFF2-40B4-BE49-F238E27FC236}">
                <a16:creationId xmlns:a16="http://schemas.microsoft.com/office/drawing/2014/main" id="{5E3C45FD-2DA7-21D3-D7EA-EDB8CC0DEDE0}"/>
              </a:ext>
            </a:extLst>
          </p:cNvPr>
          <p:cNvSpPr>
            <a:spLocks noGrp="1"/>
          </p:cNvSpPr>
          <p:nvPr>
            <p:ph type="ftr" sz="quarter" idx="15"/>
          </p:nvPr>
        </p:nvSpPr>
        <p:spPr/>
        <p:txBody>
          <a:bodyPr/>
          <a:lstStyle/>
          <a:p>
            <a:r>
              <a:rPr lang="pt-BR"/>
              <a:t>Enrico Glerean (2026) CC-BY</a:t>
            </a:r>
            <a:endParaRPr lang="fi-FI"/>
          </a:p>
        </p:txBody>
      </p:sp>
      <p:sp>
        <p:nvSpPr>
          <p:cNvPr id="10" name="Slide Number Placeholder 9">
            <a:extLst>
              <a:ext uri="{FF2B5EF4-FFF2-40B4-BE49-F238E27FC236}">
                <a16:creationId xmlns:a16="http://schemas.microsoft.com/office/drawing/2014/main" id="{EA7EF4F3-F356-D015-B51C-F58A2EFAFC65}"/>
              </a:ext>
            </a:extLst>
          </p:cNvPr>
          <p:cNvSpPr>
            <a:spLocks noGrp="1"/>
          </p:cNvSpPr>
          <p:nvPr>
            <p:ph type="sldNum" sz="quarter" idx="16"/>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1811194585"/>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Content and Picture Red">
    <p:bg>
      <p:bgPr>
        <a:solidFill>
          <a:schemeClr val="accent2"/>
        </a:solidFill>
        <a:effectLst/>
      </p:bgPr>
    </p:bg>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6096000" y="0"/>
            <a:ext cx="6096000" cy="6858000"/>
          </a:xfrm>
          <a:solidFill>
            <a:schemeClr val="bg2"/>
          </a:solidFill>
        </p:spPr>
        <p:txBody>
          <a:bodyPr vert="horz" lIns="0" tIns="0" rIns="0" bIns="0" rtlCol="0" anchor="t" anchorCtr="0">
            <a:noAutofit/>
          </a:bodyPr>
          <a:lstStyle>
            <a:lvl1pPr>
              <a:defRPr lang="fi-FI" sz="1200" noProof="1"/>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1079971"/>
          </a:xfrm>
        </p:spPr>
        <p:txBody>
          <a:bodyPr/>
          <a:lstStyle>
            <a:lvl1pPr>
              <a:defRPr sz="3000" baseline="0"/>
            </a:lvl1p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407988" y="2205037"/>
            <a:ext cx="5327972"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Date Placeholder 3">
            <a:extLst>
              <a:ext uri="{FF2B5EF4-FFF2-40B4-BE49-F238E27FC236}">
                <a16:creationId xmlns:a16="http://schemas.microsoft.com/office/drawing/2014/main" id="{DCD17003-12B8-DA47-F8E1-382B0F5AA96D}"/>
              </a:ext>
            </a:extLst>
          </p:cNvPr>
          <p:cNvSpPr>
            <a:spLocks noGrp="1"/>
          </p:cNvSpPr>
          <p:nvPr>
            <p:ph type="dt" sz="half" idx="14"/>
          </p:nvPr>
        </p:nvSpPr>
        <p:spPr/>
        <p:txBody>
          <a:bodyPr/>
          <a:lstStyle/>
          <a:p>
            <a:r>
              <a:rPr lang="fi-FI"/>
              <a:t>06.05.2026</a:t>
            </a:r>
          </a:p>
        </p:txBody>
      </p:sp>
      <p:sp>
        <p:nvSpPr>
          <p:cNvPr id="9" name="Footer Placeholder 8">
            <a:extLst>
              <a:ext uri="{FF2B5EF4-FFF2-40B4-BE49-F238E27FC236}">
                <a16:creationId xmlns:a16="http://schemas.microsoft.com/office/drawing/2014/main" id="{9D2F484C-0C8C-D0FD-09BC-0B16D6CA5709}"/>
              </a:ext>
            </a:extLst>
          </p:cNvPr>
          <p:cNvSpPr>
            <a:spLocks noGrp="1"/>
          </p:cNvSpPr>
          <p:nvPr>
            <p:ph type="ftr" sz="quarter" idx="15"/>
          </p:nvPr>
        </p:nvSpPr>
        <p:spPr/>
        <p:txBody>
          <a:bodyPr/>
          <a:lstStyle/>
          <a:p>
            <a:r>
              <a:rPr lang="pt-BR"/>
              <a:t>Enrico Glerean (2026) CC-BY</a:t>
            </a:r>
            <a:endParaRPr lang="fi-FI"/>
          </a:p>
        </p:txBody>
      </p:sp>
      <p:sp>
        <p:nvSpPr>
          <p:cNvPr id="10" name="Slide Number Placeholder 9">
            <a:extLst>
              <a:ext uri="{FF2B5EF4-FFF2-40B4-BE49-F238E27FC236}">
                <a16:creationId xmlns:a16="http://schemas.microsoft.com/office/drawing/2014/main" id="{CEF20DBE-D9A9-41D0-C209-1177231424EB}"/>
              </a:ext>
            </a:extLst>
          </p:cNvPr>
          <p:cNvSpPr>
            <a:spLocks noGrp="1"/>
          </p:cNvSpPr>
          <p:nvPr>
            <p:ph type="sldNum" sz="quarter" idx="16"/>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3770456851"/>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Content and Picture Yellow">
    <p:bg>
      <p:bgPr>
        <a:solidFill>
          <a:schemeClr val="accent1"/>
        </a:solidFill>
        <a:effectLst/>
      </p:bgPr>
    </p:bg>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6096000" y="0"/>
            <a:ext cx="6096000" cy="6858000"/>
          </a:xfrm>
          <a:solidFill>
            <a:schemeClr val="bg2"/>
          </a:solidFill>
        </p:spPr>
        <p:txBody>
          <a:bodyPr vert="horz" lIns="0" tIns="0" rIns="0" bIns="0" rtlCol="0" anchor="t" anchorCtr="0">
            <a:noAutofit/>
          </a:bodyPr>
          <a:lstStyle>
            <a:lvl1pPr>
              <a:defRPr lang="fi-FI" sz="1200" noProof="1"/>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1079971"/>
          </a:xfrm>
        </p:spPr>
        <p:txBody>
          <a:bodyPr/>
          <a:lstStyle>
            <a:lvl1pPr>
              <a:defRPr sz="3000" baseline="0"/>
            </a:lvl1p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407988" y="2205037"/>
            <a:ext cx="5327972"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Date Placeholder 3">
            <a:extLst>
              <a:ext uri="{FF2B5EF4-FFF2-40B4-BE49-F238E27FC236}">
                <a16:creationId xmlns:a16="http://schemas.microsoft.com/office/drawing/2014/main" id="{5C2B3000-AED7-FFA7-06DD-1B8AF1D7EF5D}"/>
              </a:ext>
            </a:extLst>
          </p:cNvPr>
          <p:cNvSpPr>
            <a:spLocks noGrp="1"/>
          </p:cNvSpPr>
          <p:nvPr>
            <p:ph type="dt" sz="half" idx="14"/>
          </p:nvPr>
        </p:nvSpPr>
        <p:spPr/>
        <p:txBody>
          <a:bodyPr/>
          <a:lstStyle/>
          <a:p>
            <a:r>
              <a:rPr lang="fi-FI"/>
              <a:t>06.05.2026</a:t>
            </a:r>
          </a:p>
        </p:txBody>
      </p:sp>
      <p:sp>
        <p:nvSpPr>
          <p:cNvPr id="9" name="Footer Placeholder 8">
            <a:extLst>
              <a:ext uri="{FF2B5EF4-FFF2-40B4-BE49-F238E27FC236}">
                <a16:creationId xmlns:a16="http://schemas.microsoft.com/office/drawing/2014/main" id="{C4980F80-8A9D-A1A1-2592-73099A506595}"/>
              </a:ext>
            </a:extLst>
          </p:cNvPr>
          <p:cNvSpPr>
            <a:spLocks noGrp="1"/>
          </p:cNvSpPr>
          <p:nvPr>
            <p:ph type="ftr" sz="quarter" idx="15"/>
          </p:nvPr>
        </p:nvSpPr>
        <p:spPr/>
        <p:txBody>
          <a:bodyPr/>
          <a:lstStyle/>
          <a:p>
            <a:r>
              <a:rPr lang="pt-BR"/>
              <a:t>Enrico Glerean (2026) CC-BY</a:t>
            </a:r>
            <a:endParaRPr lang="fi-FI"/>
          </a:p>
        </p:txBody>
      </p:sp>
      <p:sp>
        <p:nvSpPr>
          <p:cNvPr id="10" name="Slide Number Placeholder 9">
            <a:extLst>
              <a:ext uri="{FF2B5EF4-FFF2-40B4-BE49-F238E27FC236}">
                <a16:creationId xmlns:a16="http://schemas.microsoft.com/office/drawing/2014/main" id="{621E2DBB-4A09-9204-F075-52D5356D843C}"/>
              </a:ext>
            </a:extLst>
          </p:cNvPr>
          <p:cNvSpPr>
            <a:spLocks noGrp="1"/>
          </p:cNvSpPr>
          <p:nvPr>
            <p:ph type="sldNum" sz="quarter" idx="16"/>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2034088185"/>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Content and Picture 2 ">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6096000" y="0"/>
            <a:ext cx="6096000" cy="3429000"/>
          </a:xfrm>
          <a:solidFill>
            <a:schemeClr val="bg2"/>
          </a:solidFill>
        </p:spPr>
        <p:txBody>
          <a:bodyPr vert="horz" lIns="0" tIns="0" rIns="0" bIns="0" rtlCol="0" anchor="t" anchorCtr="0">
            <a:noAutofit/>
          </a:bodyPr>
          <a:lstStyle>
            <a:lvl1pPr>
              <a:defRPr lang="fi-FI" sz="1200" noProof="1"/>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415498"/>
          </a:xfrm>
        </p:spPr>
        <p:txBody>
          <a:bodyPr>
            <a:spAutoFit/>
          </a:bodyPr>
          <a:lstStyle>
            <a:lvl1pPr>
              <a:defRPr sz="3000" baseline="0"/>
            </a:lvl1pPr>
          </a:lstStyle>
          <a:p>
            <a:r>
              <a:rPr lang="en-US"/>
              <a:t>Click to edit Master title style</a:t>
            </a:r>
            <a:endParaRPr lang="fi-FI"/>
          </a:p>
        </p:txBody>
      </p:sp>
      <p:sp>
        <p:nvSpPr>
          <p:cNvPr id="9" name="Text Placeholder 8">
            <a:extLst>
              <a:ext uri="{FF2B5EF4-FFF2-40B4-BE49-F238E27FC236}">
                <a16:creationId xmlns:a16="http://schemas.microsoft.com/office/drawing/2014/main" id="{0C9DCEB1-9C2B-0120-BA93-9B57D41B94D1}"/>
              </a:ext>
            </a:extLst>
          </p:cNvPr>
          <p:cNvSpPr>
            <a:spLocks noGrp="1"/>
          </p:cNvSpPr>
          <p:nvPr>
            <p:ph type="body" sz="quarter" idx="14"/>
          </p:nvPr>
        </p:nvSpPr>
        <p:spPr>
          <a:xfrm>
            <a:off x="6096000" y="3429000"/>
            <a:ext cx="6096000" cy="3429000"/>
          </a:xfrm>
          <a:solidFill>
            <a:schemeClr val="tx1"/>
          </a:solidFill>
        </p:spPr>
        <p:txBody>
          <a:bodyPr lIns="360000" tIns="360000" rIns="360000" bIns="36000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marL="1076325" indent="0">
              <a:buNone/>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endParaRPr lang="en-US"/>
          </a:p>
        </p:txBody>
      </p:sp>
      <p:sp>
        <p:nvSpPr>
          <p:cNvPr id="3" name="Date Placeholder 2">
            <a:extLst>
              <a:ext uri="{FF2B5EF4-FFF2-40B4-BE49-F238E27FC236}">
                <a16:creationId xmlns:a16="http://schemas.microsoft.com/office/drawing/2014/main" id="{8550C619-D2A1-26CD-F8DE-1F1FC0A0EB16}"/>
              </a:ext>
            </a:extLst>
          </p:cNvPr>
          <p:cNvSpPr>
            <a:spLocks noGrp="1"/>
          </p:cNvSpPr>
          <p:nvPr>
            <p:ph type="dt" sz="half" idx="15"/>
          </p:nvPr>
        </p:nvSpPr>
        <p:spPr/>
        <p:txBody>
          <a:bodyPr/>
          <a:lstStyle>
            <a:lvl1pPr>
              <a:defRPr>
                <a:solidFill>
                  <a:schemeClr val="bg1"/>
                </a:solidFill>
              </a:defRPr>
            </a:lvl1pPr>
          </a:lstStyle>
          <a:p>
            <a:r>
              <a:rPr lang="fi-FI"/>
              <a:t>06.05.2026</a:t>
            </a:r>
          </a:p>
        </p:txBody>
      </p:sp>
      <p:sp>
        <p:nvSpPr>
          <p:cNvPr id="4" name="Footer Placeholder 3">
            <a:extLst>
              <a:ext uri="{FF2B5EF4-FFF2-40B4-BE49-F238E27FC236}">
                <a16:creationId xmlns:a16="http://schemas.microsoft.com/office/drawing/2014/main" id="{B7E340A2-ADB0-C4DB-BEC4-741C5D2BFA91}"/>
              </a:ext>
            </a:extLst>
          </p:cNvPr>
          <p:cNvSpPr>
            <a:spLocks noGrp="1"/>
          </p:cNvSpPr>
          <p:nvPr>
            <p:ph type="ftr" sz="quarter" idx="16"/>
          </p:nvPr>
        </p:nvSpPr>
        <p:spPr/>
        <p:txBody>
          <a:bodyPr/>
          <a:lstStyle>
            <a:lvl1pPr>
              <a:defRPr>
                <a:solidFill>
                  <a:schemeClr val="bg1"/>
                </a:solidFill>
              </a:defRPr>
            </a:lvl1pPr>
          </a:lstStyle>
          <a:p>
            <a:r>
              <a:rPr lang="pt-BR"/>
              <a:t>Enrico Glerean (2026) CC-BY</a:t>
            </a:r>
            <a:endParaRPr lang="fi-FI"/>
          </a:p>
        </p:txBody>
      </p:sp>
      <p:sp>
        <p:nvSpPr>
          <p:cNvPr id="10" name="Slide Number Placeholder 9">
            <a:extLst>
              <a:ext uri="{FF2B5EF4-FFF2-40B4-BE49-F238E27FC236}">
                <a16:creationId xmlns:a16="http://schemas.microsoft.com/office/drawing/2014/main" id="{9F832BD1-9BBA-98CE-116F-05ABC6CBA930}"/>
              </a:ext>
            </a:extLst>
          </p:cNvPr>
          <p:cNvSpPr>
            <a:spLocks noGrp="1"/>
          </p:cNvSpPr>
          <p:nvPr>
            <p:ph type="sldNum" sz="quarter" idx="17"/>
          </p:nvPr>
        </p:nvSpPr>
        <p:spPr/>
        <p:txBody>
          <a:bodyPr/>
          <a:lstStyle>
            <a:lvl1pPr>
              <a:defRPr>
                <a:solidFill>
                  <a:schemeClr val="bg1"/>
                </a:solidFill>
              </a:defRPr>
            </a:lvl1pPr>
          </a:lstStyle>
          <a:p>
            <a:fld id="{D701140D-C14F-41CA-99FC-0EF83E8DA40A}" type="slidenum">
              <a:rPr lang="fi-FI" smtClean="0"/>
              <a:pPr/>
              <a:t>‹#›</a:t>
            </a:fld>
            <a:endParaRPr lang="fi-FI"/>
          </a:p>
        </p:txBody>
      </p:sp>
    </p:spTree>
    <p:extLst>
      <p:ext uri="{BB962C8B-B14F-4D97-AF65-F5344CB8AC3E}">
        <p14:creationId xmlns:p14="http://schemas.microsoft.com/office/powerpoint/2010/main" val="1005483710"/>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Content and Picture 2 Blue">
    <p:bg>
      <p:bgPr>
        <a:solidFill>
          <a:schemeClr val="accent3"/>
        </a:solidFill>
        <a:effectLst/>
      </p:bgPr>
    </p:bg>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6096000" y="0"/>
            <a:ext cx="6096000" cy="3429000"/>
          </a:xfrm>
          <a:solidFill>
            <a:schemeClr val="bg2"/>
          </a:solidFill>
        </p:spPr>
        <p:txBody>
          <a:bodyPr vert="horz" lIns="0" tIns="0" rIns="0" bIns="0" rtlCol="0" anchor="t" anchorCtr="0">
            <a:noAutofit/>
          </a:bodyPr>
          <a:lstStyle>
            <a:lvl1pPr>
              <a:defRPr lang="fi-FI" sz="1200" noProof="1"/>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415498"/>
          </a:xfrm>
        </p:spPr>
        <p:txBody>
          <a:bodyPr>
            <a:spAutoFit/>
          </a:bodyPr>
          <a:lstStyle>
            <a:lvl1pPr>
              <a:defRPr sz="3000" baseline="0"/>
            </a:lvl1pPr>
          </a:lstStyle>
          <a:p>
            <a:r>
              <a:rPr lang="en-US"/>
              <a:t>Click to edit Master title style</a:t>
            </a:r>
            <a:endParaRPr lang="fi-FI"/>
          </a:p>
        </p:txBody>
      </p:sp>
      <p:sp>
        <p:nvSpPr>
          <p:cNvPr id="9" name="Text Placeholder 8">
            <a:extLst>
              <a:ext uri="{FF2B5EF4-FFF2-40B4-BE49-F238E27FC236}">
                <a16:creationId xmlns:a16="http://schemas.microsoft.com/office/drawing/2014/main" id="{0C9DCEB1-9C2B-0120-BA93-9B57D41B94D1}"/>
              </a:ext>
            </a:extLst>
          </p:cNvPr>
          <p:cNvSpPr>
            <a:spLocks noGrp="1"/>
          </p:cNvSpPr>
          <p:nvPr>
            <p:ph type="body" sz="quarter" idx="14"/>
          </p:nvPr>
        </p:nvSpPr>
        <p:spPr>
          <a:xfrm>
            <a:off x="6096000" y="3429000"/>
            <a:ext cx="6096000" cy="3429000"/>
          </a:xfrm>
          <a:solidFill>
            <a:schemeClr val="tx1"/>
          </a:solidFill>
        </p:spPr>
        <p:txBody>
          <a:bodyPr lIns="360000" tIns="360000" rIns="360000" bIns="36000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marL="1076325" indent="0">
              <a:buNone/>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endParaRPr lang="en-US"/>
          </a:p>
        </p:txBody>
      </p:sp>
      <p:sp>
        <p:nvSpPr>
          <p:cNvPr id="3" name="Date Placeholder 2">
            <a:extLst>
              <a:ext uri="{FF2B5EF4-FFF2-40B4-BE49-F238E27FC236}">
                <a16:creationId xmlns:a16="http://schemas.microsoft.com/office/drawing/2014/main" id="{1B2A142A-BF4E-5EF0-8055-D60384BD50E9}"/>
              </a:ext>
            </a:extLst>
          </p:cNvPr>
          <p:cNvSpPr>
            <a:spLocks noGrp="1"/>
          </p:cNvSpPr>
          <p:nvPr>
            <p:ph type="dt" sz="half" idx="15"/>
          </p:nvPr>
        </p:nvSpPr>
        <p:spPr/>
        <p:txBody>
          <a:bodyPr/>
          <a:lstStyle>
            <a:lvl1pPr>
              <a:defRPr>
                <a:solidFill>
                  <a:schemeClr val="bg1"/>
                </a:solidFill>
              </a:defRPr>
            </a:lvl1pPr>
          </a:lstStyle>
          <a:p>
            <a:r>
              <a:rPr lang="fi-FI"/>
              <a:t>06.05.2026</a:t>
            </a:r>
          </a:p>
        </p:txBody>
      </p:sp>
      <p:sp>
        <p:nvSpPr>
          <p:cNvPr id="4" name="Footer Placeholder 3">
            <a:extLst>
              <a:ext uri="{FF2B5EF4-FFF2-40B4-BE49-F238E27FC236}">
                <a16:creationId xmlns:a16="http://schemas.microsoft.com/office/drawing/2014/main" id="{3BF780F4-1A92-F147-469C-3F289BD99E64}"/>
              </a:ext>
            </a:extLst>
          </p:cNvPr>
          <p:cNvSpPr>
            <a:spLocks noGrp="1"/>
          </p:cNvSpPr>
          <p:nvPr>
            <p:ph type="ftr" sz="quarter" idx="16"/>
          </p:nvPr>
        </p:nvSpPr>
        <p:spPr/>
        <p:txBody>
          <a:bodyPr/>
          <a:lstStyle>
            <a:lvl1pPr>
              <a:defRPr>
                <a:solidFill>
                  <a:schemeClr val="bg1"/>
                </a:solidFill>
              </a:defRPr>
            </a:lvl1pPr>
          </a:lstStyle>
          <a:p>
            <a:r>
              <a:rPr lang="pt-BR"/>
              <a:t>Enrico Glerean (2026) CC-BY</a:t>
            </a:r>
            <a:endParaRPr lang="fi-FI"/>
          </a:p>
        </p:txBody>
      </p:sp>
      <p:sp>
        <p:nvSpPr>
          <p:cNvPr id="10" name="Slide Number Placeholder 9">
            <a:extLst>
              <a:ext uri="{FF2B5EF4-FFF2-40B4-BE49-F238E27FC236}">
                <a16:creationId xmlns:a16="http://schemas.microsoft.com/office/drawing/2014/main" id="{696244F1-5AD7-1A82-FC48-D3C4AC0F7D18}"/>
              </a:ext>
            </a:extLst>
          </p:cNvPr>
          <p:cNvSpPr>
            <a:spLocks noGrp="1"/>
          </p:cNvSpPr>
          <p:nvPr>
            <p:ph type="sldNum" sz="quarter" idx="17"/>
          </p:nvPr>
        </p:nvSpPr>
        <p:spPr/>
        <p:txBody>
          <a:bodyPr/>
          <a:lstStyle>
            <a:lvl1pPr>
              <a:defRPr>
                <a:solidFill>
                  <a:schemeClr val="bg1"/>
                </a:solidFill>
              </a:defRPr>
            </a:lvl1pPr>
          </a:lstStyle>
          <a:p>
            <a:fld id="{D701140D-C14F-41CA-99FC-0EF83E8DA40A}" type="slidenum">
              <a:rPr lang="fi-FI" smtClean="0"/>
              <a:pPr/>
              <a:t>‹#›</a:t>
            </a:fld>
            <a:endParaRPr lang="fi-FI"/>
          </a:p>
        </p:txBody>
      </p:sp>
    </p:spTree>
    <p:extLst>
      <p:ext uri="{BB962C8B-B14F-4D97-AF65-F5344CB8AC3E}">
        <p14:creationId xmlns:p14="http://schemas.microsoft.com/office/powerpoint/2010/main" val="1334302890"/>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Content and Picture 2 Red">
    <p:bg>
      <p:bgPr>
        <a:solidFill>
          <a:schemeClr val="accent2"/>
        </a:solidFill>
        <a:effectLst/>
      </p:bgPr>
    </p:bg>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6096000" y="0"/>
            <a:ext cx="6096000" cy="3429000"/>
          </a:xfrm>
          <a:solidFill>
            <a:schemeClr val="bg2"/>
          </a:solidFill>
        </p:spPr>
        <p:txBody>
          <a:bodyPr vert="horz" lIns="0" tIns="0" rIns="0" bIns="0" rtlCol="0" anchor="t" anchorCtr="0">
            <a:noAutofit/>
          </a:bodyPr>
          <a:lstStyle>
            <a:lvl1pPr>
              <a:defRPr lang="fi-FI" sz="1200" noProof="1"/>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415498"/>
          </a:xfrm>
        </p:spPr>
        <p:txBody>
          <a:bodyPr>
            <a:spAutoFit/>
          </a:bodyPr>
          <a:lstStyle>
            <a:lvl1pPr>
              <a:defRPr sz="3000" baseline="0"/>
            </a:lvl1pPr>
          </a:lstStyle>
          <a:p>
            <a:r>
              <a:rPr lang="en-US"/>
              <a:t>Click to edit Master title style</a:t>
            </a:r>
            <a:endParaRPr lang="fi-FI"/>
          </a:p>
        </p:txBody>
      </p:sp>
      <p:sp>
        <p:nvSpPr>
          <p:cNvPr id="9" name="Text Placeholder 8">
            <a:extLst>
              <a:ext uri="{FF2B5EF4-FFF2-40B4-BE49-F238E27FC236}">
                <a16:creationId xmlns:a16="http://schemas.microsoft.com/office/drawing/2014/main" id="{0C9DCEB1-9C2B-0120-BA93-9B57D41B94D1}"/>
              </a:ext>
            </a:extLst>
          </p:cNvPr>
          <p:cNvSpPr>
            <a:spLocks noGrp="1"/>
          </p:cNvSpPr>
          <p:nvPr>
            <p:ph type="body" sz="quarter" idx="14"/>
          </p:nvPr>
        </p:nvSpPr>
        <p:spPr>
          <a:xfrm>
            <a:off x="6096000" y="3429000"/>
            <a:ext cx="6096000" cy="3429000"/>
          </a:xfrm>
          <a:solidFill>
            <a:schemeClr val="tx1"/>
          </a:solidFill>
        </p:spPr>
        <p:txBody>
          <a:bodyPr lIns="360000" tIns="360000" rIns="360000" bIns="36000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marL="1076325" indent="0">
              <a:buNone/>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endParaRPr lang="en-US"/>
          </a:p>
        </p:txBody>
      </p:sp>
      <p:sp>
        <p:nvSpPr>
          <p:cNvPr id="3" name="Date Placeholder 2">
            <a:extLst>
              <a:ext uri="{FF2B5EF4-FFF2-40B4-BE49-F238E27FC236}">
                <a16:creationId xmlns:a16="http://schemas.microsoft.com/office/drawing/2014/main" id="{F2993854-8244-43E3-C637-3DC3E22EE8CD}"/>
              </a:ext>
            </a:extLst>
          </p:cNvPr>
          <p:cNvSpPr>
            <a:spLocks noGrp="1"/>
          </p:cNvSpPr>
          <p:nvPr>
            <p:ph type="dt" sz="half" idx="15"/>
          </p:nvPr>
        </p:nvSpPr>
        <p:spPr/>
        <p:txBody>
          <a:bodyPr/>
          <a:lstStyle>
            <a:lvl1pPr>
              <a:defRPr>
                <a:solidFill>
                  <a:schemeClr val="bg1"/>
                </a:solidFill>
              </a:defRPr>
            </a:lvl1pPr>
          </a:lstStyle>
          <a:p>
            <a:r>
              <a:rPr lang="fi-FI"/>
              <a:t>06.05.2026</a:t>
            </a:r>
          </a:p>
        </p:txBody>
      </p:sp>
      <p:sp>
        <p:nvSpPr>
          <p:cNvPr id="4" name="Footer Placeholder 3">
            <a:extLst>
              <a:ext uri="{FF2B5EF4-FFF2-40B4-BE49-F238E27FC236}">
                <a16:creationId xmlns:a16="http://schemas.microsoft.com/office/drawing/2014/main" id="{716C7C5B-53CC-BAF2-FF29-BF8EBB2FDDB5}"/>
              </a:ext>
            </a:extLst>
          </p:cNvPr>
          <p:cNvSpPr>
            <a:spLocks noGrp="1"/>
          </p:cNvSpPr>
          <p:nvPr>
            <p:ph type="ftr" sz="quarter" idx="16"/>
          </p:nvPr>
        </p:nvSpPr>
        <p:spPr/>
        <p:txBody>
          <a:bodyPr/>
          <a:lstStyle>
            <a:lvl1pPr>
              <a:defRPr>
                <a:solidFill>
                  <a:schemeClr val="bg1"/>
                </a:solidFill>
              </a:defRPr>
            </a:lvl1pPr>
          </a:lstStyle>
          <a:p>
            <a:r>
              <a:rPr lang="pt-BR"/>
              <a:t>Enrico Glerean (2026) CC-BY</a:t>
            </a:r>
            <a:endParaRPr lang="fi-FI"/>
          </a:p>
        </p:txBody>
      </p:sp>
      <p:sp>
        <p:nvSpPr>
          <p:cNvPr id="10" name="Slide Number Placeholder 9">
            <a:extLst>
              <a:ext uri="{FF2B5EF4-FFF2-40B4-BE49-F238E27FC236}">
                <a16:creationId xmlns:a16="http://schemas.microsoft.com/office/drawing/2014/main" id="{6B487434-97D5-2547-3523-2345F0919C58}"/>
              </a:ext>
            </a:extLst>
          </p:cNvPr>
          <p:cNvSpPr>
            <a:spLocks noGrp="1"/>
          </p:cNvSpPr>
          <p:nvPr>
            <p:ph type="sldNum" sz="quarter" idx="17"/>
          </p:nvPr>
        </p:nvSpPr>
        <p:spPr/>
        <p:txBody>
          <a:bodyPr/>
          <a:lstStyle>
            <a:lvl1pPr>
              <a:defRPr>
                <a:solidFill>
                  <a:schemeClr val="bg1"/>
                </a:solidFill>
              </a:defRPr>
            </a:lvl1pPr>
          </a:lstStyle>
          <a:p>
            <a:fld id="{D701140D-C14F-41CA-99FC-0EF83E8DA40A}" type="slidenum">
              <a:rPr lang="fi-FI" smtClean="0"/>
              <a:pPr/>
              <a:t>‹#›</a:t>
            </a:fld>
            <a:endParaRPr lang="fi-FI"/>
          </a:p>
        </p:txBody>
      </p:sp>
    </p:spTree>
    <p:extLst>
      <p:ext uri="{BB962C8B-B14F-4D97-AF65-F5344CB8AC3E}">
        <p14:creationId xmlns:p14="http://schemas.microsoft.com/office/powerpoint/2010/main" val="807967373"/>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Content and Picture 2 Yellow">
    <p:bg>
      <p:bgPr>
        <a:solidFill>
          <a:schemeClr val="accent1"/>
        </a:solidFill>
        <a:effectLst/>
      </p:bgPr>
    </p:bg>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6096000" y="0"/>
            <a:ext cx="6096000" cy="3429000"/>
          </a:xfrm>
          <a:solidFill>
            <a:schemeClr val="bg2"/>
          </a:solidFill>
        </p:spPr>
        <p:txBody>
          <a:bodyPr vert="horz" lIns="0" tIns="0" rIns="0" bIns="0" rtlCol="0" anchor="t" anchorCtr="0">
            <a:noAutofit/>
          </a:bodyPr>
          <a:lstStyle>
            <a:lvl1pPr>
              <a:defRPr lang="fi-FI" sz="1200" noProof="1"/>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415498"/>
          </a:xfrm>
        </p:spPr>
        <p:txBody>
          <a:bodyPr>
            <a:spAutoFit/>
          </a:bodyPr>
          <a:lstStyle>
            <a:lvl1pPr>
              <a:defRPr sz="3000" baseline="0"/>
            </a:lvl1pPr>
          </a:lstStyle>
          <a:p>
            <a:r>
              <a:rPr lang="en-US"/>
              <a:t>Click to edit Master title style</a:t>
            </a:r>
            <a:endParaRPr lang="fi-FI"/>
          </a:p>
        </p:txBody>
      </p:sp>
      <p:sp>
        <p:nvSpPr>
          <p:cNvPr id="9" name="Text Placeholder 8">
            <a:extLst>
              <a:ext uri="{FF2B5EF4-FFF2-40B4-BE49-F238E27FC236}">
                <a16:creationId xmlns:a16="http://schemas.microsoft.com/office/drawing/2014/main" id="{0C9DCEB1-9C2B-0120-BA93-9B57D41B94D1}"/>
              </a:ext>
            </a:extLst>
          </p:cNvPr>
          <p:cNvSpPr>
            <a:spLocks noGrp="1"/>
          </p:cNvSpPr>
          <p:nvPr>
            <p:ph type="body" sz="quarter" idx="14"/>
          </p:nvPr>
        </p:nvSpPr>
        <p:spPr>
          <a:xfrm>
            <a:off x="6096000" y="3429000"/>
            <a:ext cx="6096000" cy="3429000"/>
          </a:xfrm>
          <a:solidFill>
            <a:schemeClr val="tx1"/>
          </a:solidFill>
        </p:spPr>
        <p:txBody>
          <a:bodyPr lIns="360000" tIns="360000" rIns="360000" bIns="36000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marL="1076325" indent="0">
              <a:buNone/>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endParaRPr lang="en-US"/>
          </a:p>
        </p:txBody>
      </p:sp>
      <p:sp>
        <p:nvSpPr>
          <p:cNvPr id="3" name="Date Placeholder 2">
            <a:extLst>
              <a:ext uri="{FF2B5EF4-FFF2-40B4-BE49-F238E27FC236}">
                <a16:creationId xmlns:a16="http://schemas.microsoft.com/office/drawing/2014/main" id="{2E59C5E6-3848-DD51-861F-156013956903}"/>
              </a:ext>
            </a:extLst>
          </p:cNvPr>
          <p:cNvSpPr>
            <a:spLocks noGrp="1"/>
          </p:cNvSpPr>
          <p:nvPr>
            <p:ph type="dt" sz="half" idx="15"/>
          </p:nvPr>
        </p:nvSpPr>
        <p:spPr/>
        <p:txBody>
          <a:bodyPr/>
          <a:lstStyle>
            <a:lvl1pPr>
              <a:defRPr>
                <a:solidFill>
                  <a:schemeClr val="bg1"/>
                </a:solidFill>
              </a:defRPr>
            </a:lvl1pPr>
          </a:lstStyle>
          <a:p>
            <a:r>
              <a:rPr lang="fi-FI"/>
              <a:t>06.05.2026</a:t>
            </a:r>
          </a:p>
        </p:txBody>
      </p:sp>
      <p:sp>
        <p:nvSpPr>
          <p:cNvPr id="4" name="Footer Placeholder 3">
            <a:extLst>
              <a:ext uri="{FF2B5EF4-FFF2-40B4-BE49-F238E27FC236}">
                <a16:creationId xmlns:a16="http://schemas.microsoft.com/office/drawing/2014/main" id="{5CFDF37D-70A5-B3BF-17C8-24A668D69183}"/>
              </a:ext>
            </a:extLst>
          </p:cNvPr>
          <p:cNvSpPr>
            <a:spLocks noGrp="1"/>
          </p:cNvSpPr>
          <p:nvPr>
            <p:ph type="ftr" sz="quarter" idx="16"/>
          </p:nvPr>
        </p:nvSpPr>
        <p:spPr/>
        <p:txBody>
          <a:bodyPr/>
          <a:lstStyle>
            <a:lvl1pPr>
              <a:defRPr>
                <a:solidFill>
                  <a:schemeClr val="bg1"/>
                </a:solidFill>
              </a:defRPr>
            </a:lvl1pPr>
          </a:lstStyle>
          <a:p>
            <a:r>
              <a:rPr lang="pt-BR"/>
              <a:t>Enrico Glerean (2026) CC-BY</a:t>
            </a:r>
            <a:endParaRPr lang="fi-FI"/>
          </a:p>
        </p:txBody>
      </p:sp>
      <p:sp>
        <p:nvSpPr>
          <p:cNvPr id="10" name="Slide Number Placeholder 9">
            <a:extLst>
              <a:ext uri="{FF2B5EF4-FFF2-40B4-BE49-F238E27FC236}">
                <a16:creationId xmlns:a16="http://schemas.microsoft.com/office/drawing/2014/main" id="{6443D1A9-B4DE-2DBA-6821-ED921573F159}"/>
              </a:ext>
            </a:extLst>
          </p:cNvPr>
          <p:cNvSpPr>
            <a:spLocks noGrp="1"/>
          </p:cNvSpPr>
          <p:nvPr>
            <p:ph type="sldNum" sz="quarter" idx="17"/>
          </p:nvPr>
        </p:nvSpPr>
        <p:spPr/>
        <p:txBody>
          <a:bodyPr/>
          <a:lstStyle>
            <a:lvl1pPr>
              <a:defRPr>
                <a:solidFill>
                  <a:schemeClr val="bg1"/>
                </a:solidFill>
              </a:defRPr>
            </a:lvl1pPr>
          </a:lstStyle>
          <a:p>
            <a:fld id="{D701140D-C14F-41CA-99FC-0EF83E8DA40A}" type="slidenum">
              <a:rPr lang="fi-FI" smtClean="0"/>
              <a:pPr/>
              <a:t>‹#›</a:t>
            </a:fld>
            <a:endParaRPr lang="fi-FI"/>
          </a:p>
        </p:txBody>
      </p:sp>
    </p:spTree>
    <p:extLst>
      <p:ext uri="{BB962C8B-B14F-4D97-AF65-F5344CB8AC3E}">
        <p14:creationId xmlns:p14="http://schemas.microsoft.com/office/powerpoint/2010/main" val="216815282"/>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Content and Picture 3 ">
    <p:bg>
      <p:bgPr>
        <a:solidFill>
          <a:schemeClr val="tx1"/>
        </a:solidFill>
        <a:effectLst/>
      </p:bgPr>
    </p:bg>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6096000" y="0"/>
            <a:ext cx="6096000" cy="3429000"/>
          </a:xfrm>
          <a:solidFill>
            <a:schemeClr val="bg2"/>
          </a:solidFill>
        </p:spPr>
        <p:txBody>
          <a:bodyPr vert="horz" lIns="0" tIns="0" rIns="0" bIns="0" rtlCol="0" anchor="t" anchorCtr="0">
            <a:noAutofit/>
          </a:bodyPr>
          <a:lstStyle>
            <a:lvl1pPr>
              <a:defRPr lang="fi-FI" sz="1200" noProof="1"/>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415498"/>
          </a:xfrm>
        </p:spPr>
        <p:txBody>
          <a:bodyPr>
            <a:spAutoFit/>
          </a:bodyPr>
          <a:lstStyle>
            <a:lvl1pPr>
              <a:defRPr sz="3000" baseline="0">
                <a:solidFill>
                  <a:schemeClr val="bg1"/>
                </a:solidFill>
              </a:defRPr>
            </a:lvl1pPr>
          </a:lstStyle>
          <a:p>
            <a:r>
              <a:rPr lang="en-US"/>
              <a:t>Click to edit Master title style</a:t>
            </a:r>
            <a:endParaRPr lang="fi-FI"/>
          </a:p>
        </p:txBody>
      </p:sp>
      <p:sp>
        <p:nvSpPr>
          <p:cNvPr id="9" name="Text Placeholder 8">
            <a:extLst>
              <a:ext uri="{FF2B5EF4-FFF2-40B4-BE49-F238E27FC236}">
                <a16:creationId xmlns:a16="http://schemas.microsoft.com/office/drawing/2014/main" id="{0C9DCEB1-9C2B-0120-BA93-9B57D41B94D1}"/>
              </a:ext>
            </a:extLst>
          </p:cNvPr>
          <p:cNvSpPr>
            <a:spLocks noGrp="1"/>
          </p:cNvSpPr>
          <p:nvPr>
            <p:ph type="body" sz="quarter" idx="14"/>
          </p:nvPr>
        </p:nvSpPr>
        <p:spPr>
          <a:xfrm>
            <a:off x="6096000" y="3429000"/>
            <a:ext cx="6096000" cy="3429000"/>
          </a:xfrm>
          <a:solidFill>
            <a:schemeClr val="bg1"/>
          </a:solidFill>
        </p:spPr>
        <p:txBody>
          <a:bodyPr lIns="360000" tIns="360000" rIns="360000" bIns="360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reeform 5">
            <a:extLst>
              <a:ext uri="{FF2B5EF4-FFF2-40B4-BE49-F238E27FC236}">
                <a16:creationId xmlns:a16="http://schemas.microsoft.com/office/drawing/2014/main" id="{F7FF4B69-C798-C3F1-7188-B925B03733A5}"/>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
        <p:nvSpPr>
          <p:cNvPr id="4" name="Date Placeholder 3">
            <a:extLst>
              <a:ext uri="{FF2B5EF4-FFF2-40B4-BE49-F238E27FC236}">
                <a16:creationId xmlns:a16="http://schemas.microsoft.com/office/drawing/2014/main" id="{5130E494-A65E-1D78-DB63-3C5D959CBFE0}"/>
              </a:ext>
            </a:extLst>
          </p:cNvPr>
          <p:cNvSpPr>
            <a:spLocks noGrp="1"/>
          </p:cNvSpPr>
          <p:nvPr>
            <p:ph type="dt" sz="half" idx="15"/>
          </p:nvPr>
        </p:nvSpPr>
        <p:spPr/>
        <p:txBody>
          <a:bodyPr/>
          <a:lstStyle/>
          <a:p>
            <a:r>
              <a:rPr lang="fi-FI"/>
              <a:t>06.05.2026</a:t>
            </a:r>
          </a:p>
        </p:txBody>
      </p:sp>
      <p:sp>
        <p:nvSpPr>
          <p:cNvPr id="10" name="Footer Placeholder 9">
            <a:extLst>
              <a:ext uri="{FF2B5EF4-FFF2-40B4-BE49-F238E27FC236}">
                <a16:creationId xmlns:a16="http://schemas.microsoft.com/office/drawing/2014/main" id="{97EEDB51-27D7-7F66-3869-56438094A3FB}"/>
              </a:ext>
            </a:extLst>
          </p:cNvPr>
          <p:cNvSpPr>
            <a:spLocks noGrp="1"/>
          </p:cNvSpPr>
          <p:nvPr>
            <p:ph type="ftr" sz="quarter" idx="16"/>
          </p:nvPr>
        </p:nvSpPr>
        <p:spPr/>
        <p:txBody>
          <a:bodyPr/>
          <a:lstStyle/>
          <a:p>
            <a:r>
              <a:rPr lang="pt-BR"/>
              <a:t>Enrico Glerean (2026) CC-BY</a:t>
            </a:r>
            <a:endParaRPr lang="fi-FI"/>
          </a:p>
        </p:txBody>
      </p:sp>
      <p:sp>
        <p:nvSpPr>
          <p:cNvPr id="11" name="Slide Number Placeholder 10">
            <a:extLst>
              <a:ext uri="{FF2B5EF4-FFF2-40B4-BE49-F238E27FC236}">
                <a16:creationId xmlns:a16="http://schemas.microsoft.com/office/drawing/2014/main" id="{9036D707-D9E0-5D34-60D5-E79DC6881585}"/>
              </a:ext>
            </a:extLst>
          </p:cNvPr>
          <p:cNvSpPr>
            <a:spLocks noGrp="1"/>
          </p:cNvSpPr>
          <p:nvPr>
            <p:ph type="sldNum" sz="quarter" idx="17"/>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2758677614"/>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Content and Picture 3 Blue">
    <p:bg>
      <p:bgPr>
        <a:solidFill>
          <a:schemeClr val="tx1"/>
        </a:solidFill>
        <a:effectLst/>
      </p:bgPr>
    </p:bg>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6096000" y="0"/>
            <a:ext cx="6096000" cy="3429000"/>
          </a:xfrm>
          <a:solidFill>
            <a:schemeClr val="bg2"/>
          </a:solidFill>
        </p:spPr>
        <p:txBody>
          <a:bodyPr vert="horz" lIns="0" tIns="0" rIns="0" bIns="0" rtlCol="0" anchor="t" anchorCtr="0">
            <a:noAutofit/>
          </a:bodyPr>
          <a:lstStyle>
            <a:lvl1pPr>
              <a:defRPr lang="fi-FI" sz="1200" noProof="1"/>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415498"/>
          </a:xfrm>
        </p:spPr>
        <p:txBody>
          <a:bodyPr>
            <a:spAutoFit/>
          </a:bodyPr>
          <a:lstStyle>
            <a:lvl1pPr>
              <a:defRPr sz="3000" baseline="0">
                <a:solidFill>
                  <a:schemeClr val="bg1"/>
                </a:solidFill>
              </a:defRPr>
            </a:lvl1pPr>
          </a:lstStyle>
          <a:p>
            <a:r>
              <a:rPr lang="en-US"/>
              <a:t>Click to edit Master title style</a:t>
            </a:r>
            <a:endParaRPr lang="fi-FI"/>
          </a:p>
        </p:txBody>
      </p:sp>
      <p:sp>
        <p:nvSpPr>
          <p:cNvPr id="9" name="Text Placeholder 8">
            <a:extLst>
              <a:ext uri="{FF2B5EF4-FFF2-40B4-BE49-F238E27FC236}">
                <a16:creationId xmlns:a16="http://schemas.microsoft.com/office/drawing/2014/main" id="{0C9DCEB1-9C2B-0120-BA93-9B57D41B94D1}"/>
              </a:ext>
            </a:extLst>
          </p:cNvPr>
          <p:cNvSpPr>
            <a:spLocks noGrp="1"/>
          </p:cNvSpPr>
          <p:nvPr>
            <p:ph type="body" sz="quarter" idx="14"/>
          </p:nvPr>
        </p:nvSpPr>
        <p:spPr>
          <a:xfrm>
            <a:off x="6096000" y="3429000"/>
            <a:ext cx="6096000" cy="3429000"/>
          </a:xfrm>
          <a:solidFill>
            <a:schemeClr val="accent3"/>
          </a:solidFill>
        </p:spPr>
        <p:txBody>
          <a:bodyPr lIns="360000" tIns="360000" rIns="360000" bIns="360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reeform 5">
            <a:extLst>
              <a:ext uri="{FF2B5EF4-FFF2-40B4-BE49-F238E27FC236}">
                <a16:creationId xmlns:a16="http://schemas.microsoft.com/office/drawing/2014/main" id="{F7FF4B69-C798-C3F1-7188-B925B03733A5}"/>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
        <p:nvSpPr>
          <p:cNvPr id="4" name="Date Placeholder 3">
            <a:extLst>
              <a:ext uri="{FF2B5EF4-FFF2-40B4-BE49-F238E27FC236}">
                <a16:creationId xmlns:a16="http://schemas.microsoft.com/office/drawing/2014/main" id="{767DC4F0-F8C6-06CD-A34E-EF0D5D3EF4FC}"/>
              </a:ext>
            </a:extLst>
          </p:cNvPr>
          <p:cNvSpPr>
            <a:spLocks noGrp="1"/>
          </p:cNvSpPr>
          <p:nvPr>
            <p:ph type="dt" sz="half" idx="15"/>
          </p:nvPr>
        </p:nvSpPr>
        <p:spPr/>
        <p:txBody>
          <a:bodyPr/>
          <a:lstStyle/>
          <a:p>
            <a:r>
              <a:rPr lang="fi-FI"/>
              <a:t>06.05.2026</a:t>
            </a:r>
          </a:p>
        </p:txBody>
      </p:sp>
      <p:sp>
        <p:nvSpPr>
          <p:cNvPr id="10" name="Footer Placeholder 9">
            <a:extLst>
              <a:ext uri="{FF2B5EF4-FFF2-40B4-BE49-F238E27FC236}">
                <a16:creationId xmlns:a16="http://schemas.microsoft.com/office/drawing/2014/main" id="{8F46D1C0-3FD0-2362-C159-BEADDB3EF46D}"/>
              </a:ext>
            </a:extLst>
          </p:cNvPr>
          <p:cNvSpPr>
            <a:spLocks noGrp="1"/>
          </p:cNvSpPr>
          <p:nvPr>
            <p:ph type="ftr" sz="quarter" idx="16"/>
          </p:nvPr>
        </p:nvSpPr>
        <p:spPr/>
        <p:txBody>
          <a:bodyPr/>
          <a:lstStyle/>
          <a:p>
            <a:r>
              <a:rPr lang="pt-BR"/>
              <a:t>Enrico Glerean (2026) CC-BY</a:t>
            </a:r>
            <a:endParaRPr lang="fi-FI"/>
          </a:p>
        </p:txBody>
      </p:sp>
      <p:sp>
        <p:nvSpPr>
          <p:cNvPr id="11" name="Slide Number Placeholder 10">
            <a:extLst>
              <a:ext uri="{FF2B5EF4-FFF2-40B4-BE49-F238E27FC236}">
                <a16:creationId xmlns:a16="http://schemas.microsoft.com/office/drawing/2014/main" id="{06C20592-6442-81CE-E493-1241C6AC5FD1}"/>
              </a:ext>
            </a:extLst>
          </p:cNvPr>
          <p:cNvSpPr>
            <a:spLocks noGrp="1"/>
          </p:cNvSpPr>
          <p:nvPr>
            <p:ph type="sldNum" sz="quarter" idx="17"/>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2306872203"/>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Content and Picture 3 Red">
    <p:bg>
      <p:bgPr>
        <a:solidFill>
          <a:schemeClr val="tx1"/>
        </a:solidFill>
        <a:effectLst/>
      </p:bgPr>
    </p:bg>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6096000" y="0"/>
            <a:ext cx="6096000" cy="3429000"/>
          </a:xfrm>
          <a:solidFill>
            <a:schemeClr val="bg2"/>
          </a:solidFill>
        </p:spPr>
        <p:txBody>
          <a:bodyPr vert="horz" lIns="0" tIns="0" rIns="0" bIns="0" rtlCol="0" anchor="t" anchorCtr="0">
            <a:noAutofit/>
          </a:bodyPr>
          <a:lstStyle>
            <a:lvl1pPr>
              <a:defRPr lang="fi-FI" sz="1200" noProof="1"/>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415498"/>
          </a:xfrm>
        </p:spPr>
        <p:txBody>
          <a:bodyPr>
            <a:spAutoFit/>
          </a:bodyPr>
          <a:lstStyle>
            <a:lvl1pPr>
              <a:defRPr sz="3000" baseline="0">
                <a:solidFill>
                  <a:schemeClr val="bg1"/>
                </a:solidFill>
              </a:defRPr>
            </a:lvl1pPr>
          </a:lstStyle>
          <a:p>
            <a:r>
              <a:rPr lang="en-US"/>
              <a:t>Click to edit Master title style</a:t>
            </a:r>
            <a:endParaRPr lang="fi-FI"/>
          </a:p>
        </p:txBody>
      </p:sp>
      <p:sp>
        <p:nvSpPr>
          <p:cNvPr id="9" name="Text Placeholder 8">
            <a:extLst>
              <a:ext uri="{FF2B5EF4-FFF2-40B4-BE49-F238E27FC236}">
                <a16:creationId xmlns:a16="http://schemas.microsoft.com/office/drawing/2014/main" id="{0C9DCEB1-9C2B-0120-BA93-9B57D41B94D1}"/>
              </a:ext>
            </a:extLst>
          </p:cNvPr>
          <p:cNvSpPr>
            <a:spLocks noGrp="1"/>
          </p:cNvSpPr>
          <p:nvPr>
            <p:ph type="body" sz="quarter" idx="14"/>
          </p:nvPr>
        </p:nvSpPr>
        <p:spPr>
          <a:xfrm>
            <a:off x="6096000" y="3429000"/>
            <a:ext cx="6096000" cy="3429000"/>
          </a:xfrm>
          <a:solidFill>
            <a:schemeClr val="accent2"/>
          </a:solidFill>
        </p:spPr>
        <p:txBody>
          <a:bodyPr lIns="360000" tIns="360000" rIns="360000" bIns="360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reeform 5">
            <a:extLst>
              <a:ext uri="{FF2B5EF4-FFF2-40B4-BE49-F238E27FC236}">
                <a16:creationId xmlns:a16="http://schemas.microsoft.com/office/drawing/2014/main" id="{F7FF4B69-C798-C3F1-7188-B925B03733A5}"/>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
        <p:nvSpPr>
          <p:cNvPr id="4" name="Date Placeholder 3">
            <a:extLst>
              <a:ext uri="{FF2B5EF4-FFF2-40B4-BE49-F238E27FC236}">
                <a16:creationId xmlns:a16="http://schemas.microsoft.com/office/drawing/2014/main" id="{76E26E52-F01E-BC81-F222-7E4621B62777}"/>
              </a:ext>
            </a:extLst>
          </p:cNvPr>
          <p:cNvSpPr>
            <a:spLocks noGrp="1"/>
          </p:cNvSpPr>
          <p:nvPr>
            <p:ph type="dt" sz="half" idx="15"/>
          </p:nvPr>
        </p:nvSpPr>
        <p:spPr/>
        <p:txBody>
          <a:bodyPr/>
          <a:lstStyle/>
          <a:p>
            <a:r>
              <a:rPr lang="fi-FI"/>
              <a:t>06.05.2026</a:t>
            </a:r>
          </a:p>
        </p:txBody>
      </p:sp>
      <p:sp>
        <p:nvSpPr>
          <p:cNvPr id="10" name="Footer Placeholder 9">
            <a:extLst>
              <a:ext uri="{FF2B5EF4-FFF2-40B4-BE49-F238E27FC236}">
                <a16:creationId xmlns:a16="http://schemas.microsoft.com/office/drawing/2014/main" id="{1C7057D4-C8D8-E41D-29C3-A43C0026CE89}"/>
              </a:ext>
            </a:extLst>
          </p:cNvPr>
          <p:cNvSpPr>
            <a:spLocks noGrp="1"/>
          </p:cNvSpPr>
          <p:nvPr>
            <p:ph type="ftr" sz="quarter" idx="16"/>
          </p:nvPr>
        </p:nvSpPr>
        <p:spPr/>
        <p:txBody>
          <a:bodyPr/>
          <a:lstStyle/>
          <a:p>
            <a:r>
              <a:rPr lang="pt-BR"/>
              <a:t>Enrico Glerean (2026) CC-BY</a:t>
            </a:r>
            <a:endParaRPr lang="fi-FI"/>
          </a:p>
        </p:txBody>
      </p:sp>
      <p:sp>
        <p:nvSpPr>
          <p:cNvPr id="11" name="Slide Number Placeholder 10">
            <a:extLst>
              <a:ext uri="{FF2B5EF4-FFF2-40B4-BE49-F238E27FC236}">
                <a16:creationId xmlns:a16="http://schemas.microsoft.com/office/drawing/2014/main" id="{B29318E7-B01A-6A00-49C8-15BE06F4491F}"/>
              </a:ext>
            </a:extLst>
          </p:cNvPr>
          <p:cNvSpPr>
            <a:spLocks noGrp="1"/>
          </p:cNvSpPr>
          <p:nvPr>
            <p:ph type="sldNum" sz="quarter" idx="17"/>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3872561503"/>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Content and Picture 3 Yellow">
    <p:bg>
      <p:bgPr>
        <a:solidFill>
          <a:schemeClr val="tx1"/>
        </a:solidFill>
        <a:effectLst/>
      </p:bgPr>
    </p:bg>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6096000" y="0"/>
            <a:ext cx="6096000" cy="3429000"/>
          </a:xfrm>
          <a:solidFill>
            <a:schemeClr val="bg2"/>
          </a:solidFill>
        </p:spPr>
        <p:txBody>
          <a:bodyPr vert="horz" lIns="0" tIns="0" rIns="0" bIns="0" rtlCol="0" anchor="t" anchorCtr="0">
            <a:noAutofit/>
          </a:bodyPr>
          <a:lstStyle>
            <a:lvl1pPr>
              <a:defRPr lang="fi-FI" sz="1200" noProof="1"/>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415498"/>
          </a:xfrm>
        </p:spPr>
        <p:txBody>
          <a:bodyPr>
            <a:spAutoFit/>
          </a:bodyPr>
          <a:lstStyle>
            <a:lvl1pPr>
              <a:defRPr sz="3000" baseline="0">
                <a:solidFill>
                  <a:schemeClr val="bg1"/>
                </a:solidFill>
              </a:defRPr>
            </a:lvl1pPr>
          </a:lstStyle>
          <a:p>
            <a:r>
              <a:rPr lang="en-US"/>
              <a:t>Click to edit Master title style</a:t>
            </a:r>
            <a:endParaRPr lang="fi-FI"/>
          </a:p>
        </p:txBody>
      </p:sp>
      <p:sp>
        <p:nvSpPr>
          <p:cNvPr id="9" name="Text Placeholder 8">
            <a:extLst>
              <a:ext uri="{FF2B5EF4-FFF2-40B4-BE49-F238E27FC236}">
                <a16:creationId xmlns:a16="http://schemas.microsoft.com/office/drawing/2014/main" id="{0C9DCEB1-9C2B-0120-BA93-9B57D41B94D1}"/>
              </a:ext>
            </a:extLst>
          </p:cNvPr>
          <p:cNvSpPr>
            <a:spLocks noGrp="1"/>
          </p:cNvSpPr>
          <p:nvPr>
            <p:ph type="body" sz="quarter" idx="14"/>
          </p:nvPr>
        </p:nvSpPr>
        <p:spPr>
          <a:xfrm>
            <a:off x="6096000" y="3429000"/>
            <a:ext cx="6096000" cy="3429000"/>
          </a:xfrm>
          <a:solidFill>
            <a:schemeClr val="accent1"/>
          </a:solidFill>
        </p:spPr>
        <p:txBody>
          <a:bodyPr lIns="360000" tIns="360000" rIns="360000" bIns="360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reeform 5">
            <a:extLst>
              <a:ext uri="{FF2B5EF4-FFF2-40B4-BE49-F238E27FC236}">
                <a16:creationId xmlns:a16="http://schemas.microsoft.com/office/drawing/2014/main" id="{F7FF4B69-C798-C3F1-7188-B925B03733A5}"/>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
        <p:nvSpPr>
          <p:cNvPr id="4" name="Date Placeholder 3">
            <a:extLst>
              <a:ext uri="{FF2B5EF4-FFF2-40B4-BE49-F238E27FC236}">
                <a16:creationId xmlns:a16="http://schemas.microsoft.com/office/drawing/2014/main" id="{47B89FBD-DF44-BB8B-9867-383C65A5BB24}"/>
              </a:ext>
            </a:extLst>
          </p:cNvPr>
          <p:cNvSpPr>
            <a:spLocks noGrp="1"/>
          </p:cNvSpPr>
          <p:nvPr>
            <p:ph type="dt" sz="half" idx="15"/>
          </p:nvPr>
        </p:nvSpPr>
        <p:spPr/>
        <p:txBody>
          <a:bodyPr/>
          <a:lstStyle/>
          <a:p>
            <a:r>
              <a:rPr lang="fi-FI"/>
              <a:t>06.05.2026</a:t>
            </a:r>
          </a:p>
        </p:txBody>
      </p:sp>
      <p:sp>
        <p:nvSpPr>
          <p:cNvPr id="10" name="Footer Placeholder 9">
            <a:extLst>
              <a:ext uri="{FF2B5EF4-FFF2-40B4-BE49-F238E27FC236}">
                <a16:creationId xmlns:a16="http://schemas.microsoft.com/office/drawing/2014/main" id="{379603E4-4E8F-7DE5-DBF4-3D80A204C03F}"/>
              </a:ext>
            </a:extLst>
          </p:cNvPr>
          <p:cNvSpPr>
            <a:spLocks noGrp="1"/>
          </p:cNvSpPr>
          <p:nvPr>
            <p:ph type="ftr" sz="quarter" idx="16"/>
          </p:nvPr>
        </p:nvSpPr>
        <p:spPr/>
        <p:txBody>
          <a:bodyPr/>
          <a:lstStyle/>
          <a:p>
            <a:r>
              <a:rPr lang="pt-BR"/>
              <a:t>Enrico Glerean (2026) CC-BY</a:t>
            </a:r>
            <a:endParaRPr lang="fi-FI"/>
          </a:p>
        </p:txBody>
      </p:sp>
      <p:sp>
        <p:nvSpPr>
          <p:cNvPr id="11" name="Slide Number Placeholder 10">
            <a:extLst>
              <a:ext uri="{FF2B5EF4-FFF2-40B4-BE49-F238E27FC236}">
                <a16:creationId xmlns:a16="http://schemas.microsoft.com/office/drawing/2014/main" id="{685C845B-33B8-3089-1820-F8375F1F31A3}"/>
              </a:ext>
            </a:extLst>
          </p:cNvPr>
          <p:cNvSpPr>
            <a:spLocks noGrp="1"/>
          </p:cNvSpPr>
          <p:nvPr>
            <p:ph type="sldNum" sz="quarter" idx="17"/>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832584106"/>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p:cSld name="Picture">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0" y="0"/>
            <a:ext cx="12192000" cy="6858000"/>
          </a:xfrm>
          <a:solidFill>
            <a:schemeClr val="bg2"/>
          </a:solidFill>
        </p:spPr>
        <p:txBody>
          <a:bodyPr vert="horz" lIns="0" tIns="0" rIns="0" bIns="0" rtlCol="0" anchor="t" anchorCtr="0">
            <a:noAutofit/>
          </a:bodyPr>
          <a:lstStyle>
            <a:lvl1pPr>
              <a:defRPr lang="fi-FI" sz="1200" noProof="1"/>
            </a:lvl1pPr>
          </a:lstStyle>
          <a:p>
            <a:pPr marR="0" lvl="0" fontAlgn="auto">
              <a:spcAft>
                <a:spcPts val="0"/>
              </a:spcAft>
              <a:buClrTx/>
              <a:buSzTx/>
              <a:tabLst/>
            </a:pPr>
            <a:r>
              <a:rPr lang="fi-FI" noProof="1"/>
              <a:t>Click icon to add image, Fit the image to frame by choosing: 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415498"/>
          </a:xfrm>
        </p:spPr>
        <p:txBody>
          <a:bodyPr>
            <a:spAutoFit/>
          </a:bodyPr>
          <a:lstStyle>
            <a:lvl1pPr>
              <a:defRPr sz="3000" baseline="0"/>
            </a:lvl1pPr>
          </a:lstStyle>
          <a:p>
            <a:r>
              <a:rPr lang="en-US"/>
              <a:t>Click to edit Master title style</a:t>
            </a:r>
            <a:endParaRPr lang="fi-FI"/>
          </a:p>
        </p:txBody>
      </p:sp>
      <p:sp>
        <p:nvSpPr>
          <p:cNvPr id="4" name="Text Placeholder 2">
            <a:extLst>
              <a:ext uri="{FF2B5EF4-FFF2-40B4-BE49-F238E27FC236}">
                <a16:creationId xmlns:a16="http://schemas.microsoft.com/office/drawing/2014/main" id="{3C31FA69-E208-B16D-749C-C889E904FF0C}"/>
              </a:ext>
            </a:extLst>
          </p:cNvPr>
          <p:cNvSpPr>
            <a:spLocks noGrp="1"/>
          </p:cNvSpPr>
          <p:nvPr>
            <p:ph type="body" sz="quarter" idx="19"/>
          </p:nvPr>
        </p:nvSpPr>
        <p:spPr>
          <a:xfrm>
            <a:off x="407988" y="6165336"/>
            <a:ext cx="385200" cy="288000"/>
          </a:xfrm>
          <a:blipFill>
            <a:blip r:embed="rId2"/>
            <a:stretch>
              <a:fillRect/>
            </a:stretch>
          </a:blipFill>
        </p:spPr>
        <p:txBody>
          <a:bodyPr/>
          <a:lstStyle>
            <a:lvl1pPr>
              <a:defRPr sz="100">
                <a:noFill/>
              </a:defRPr>
            </a:lvl1pPr>
          </a:lstStyle>
          <a:p>
            <a:pPr lvl="0"/>
            <a:endParaRPr lang="en-GB"/>
          </a:p>
        </p:txBody>
      </p:sp>
      <p:sp>
        <p:nvSpPr>
          <p:cNvPr id="3" name="Date Placeholder 2">
            <a:extLst>
              <a:ext uri="{FF2B5EF4-FFF2-40B4-BE49-F238E27FC236}">
                <a16:creationId xmlns:a16="http://schemas.microsoft.com/office/drawing/2014/main" id="{0CB1E97D-067B-6A56-E3C1-E0B0E8237E33}"/>
              </a:ext>
            </a:extLst>
          </p:cNvPr>
          <p:cNvSpPr>
            <a:spLocks noGrp="1"/>
          </p:cNvSpPr>
          <p:nvPr>
            <p:ph type="dt" sz="half" idx="20"/>
          </p:nvPr>
        </p:nvSpPr>
        <p:spPr/>
        <p:txBody>
          <a:bodyPr/>
          <a:lstStyle/>
          <a:p>
            <a:r>
              <a:rPr lang="fi-FI"/>
              <a:t>06.05.2026</a:t>
            </a:r>
          </a:p>
        </p:txBody>
      </p:sp>
      <p:sp>
        <p:nvSpPr>
          <p:cNvPr id="9" name="Footer Placeholder 8">
            <a:extLst>
              <a:ext uri="{FF2B5EF4-FFF2-40B4-BE49-F238E27FC236}">
                <a16:creationId xmlns:a16="http://schemas.microsoft.com/office/drawing/2014/main" id="{9DD562FA-3522-5D86-6B5D-D46C31407CA8}"/>
              </a:ext>
            </a:extLst>
          </p:cNvPr>
          <p:cNvSpPr>
            <a:spLocks noGrp="1"/>
          </p:cNvSpPr>
          <p:nvPr>
            <p:ph type="ftr" sz="quarter" idx="21"/>
          </p:nvPr>
        </p:nvSpPr>
        <p:spPr/>
        <p:txBody>
          <a:bodyPr/>
          <a:lstStyle/>
          <a:p>
            <a:r>
              <a:rPr lang="pt-BR"/>
              <a:t>Enrico Glerean (2026) CC-BY</a:t>
            </a:r>
            <a:endParaRPr lang="fi-FI"/>
          </a:p>
        </p:txBody>
      </p:sp>
      <p:sp>
        <p:nvSpPr>
          <p:cNvPr id="10" name="Slide Number Placeholder 9">
            <a:extLst>
              <a:ext uri="{FF2B5EF4-FFF2-40B4-BE49-F238E27FC236}">
                <a16:creationId xmlns:a16="http://schemas.microsoft.com/office/drawing/2014/main" id="{C035D3F8-519A-BD10-B212-14EA8C3C6B26}"/>
              </a:ext>
            </a:extLst>
          </p:cNvPr>
          <p:cNvSpPr>
            <a:spLocks noGrp="1"/>
          </p:cNvSpPr>
          <p:nvPr>
            <p:ph type="sldNum" sz="quarter" idx="22"/>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1309334109"/>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p:cSld name="Picture Nega">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0" y="0"/>
            <a:ext cx="12192000" cy="6858000"/>
          </a:xfrm>
          <a:solidFill>
            <a:schemeClr val="bg2"/>
          </a:solidFill>
        </p:spPr>
        <p:txBody>
          <a:bodyPr vert="horz" lIns="0" tIns="0" rIns="0" bIns="0" rtlCol="0" anchor="t" anchorCtr="0">
            <a:noAutofit/>
          </a:bodyPr>
          <a:lstStyle>
            <a:lvl1pPr>
              <a:defRPr lang="fi-FI" sz="1200" noProof="1"/>
            </a:lvl1pPr>
          </a:lstStyle>
          <a:p>
            <a:pPr marR="0" lvl="0" fontAlgn="auto">
              <a:spcAft>
                <a:spcPts val="0"/>
              </a:spcAft>
              <a:buClrTx/>
              <a:buSzTx/>
              <a:tabLst/>
            </a:pPr>
            <a:r>
              <a:rPr lang="fi-FI" noProof="1"/>
              <a:t>Click icon to add image, Fit the image to frame by choosing: 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415498"/>
          </a:xfrm>
        </p:spPr>
        <p:txBody>
          <a:bodyPr>
            <a:spAutoFit/>
          </a:bodyPr>
          <a:lstStyle>
            <a:lvl1pPr>
              <a:defRPr sz="3000" baseline="0">
                <a:solidFill>
                  <a:schemeClr val="bg1"/>
                </a:solidFill>
              </a:defRPr>
            </a:lvl1pPr>
          </a:lstStyle>
          <a:p>
            <a:r>
              <a:rPr lang="en-US"/>
              <a:t>Click to edit Master title style</a:t>
            </a:r>
            <a:endParaRPr lang="fi-FI"/>
          </a:p>
        </p:txBody>
      </p:sp>
      <p:sp>
        <p:nvSpPr>
          <p:cNvPr id="4" name="Text Placeholder 2">
            <a:extLst>
              <a:ext uri="{FF2B5EF4-FFF2-40B4-BE49-F238E27FC236}">
                <a16:creationId xmlns:a16="http://schemas.microsoft.com/office/drawing/2014/main" id="{3C31FA69-E208-B16D-749C-C889E904FF0C}"/>
              </a:ext>
            </a:extLst>
          </p:cNvPr>
          <p:cNvSpPr>
            <a:spLocks noGrp="1"/>
          </p:cNvSpPr>
          <p:nvPr>
            <p:ph type="body" sz="quarter" idx="19"/>
          </p:nvPr>
        </p:nvSpPr>
        <p:spPr>
          <a:xfrm>
            <a:off x="407988" y="6165336"/>
            <a:ext cx="385200" cy="288000"/>
          </a:xfrm>
          <a:blipFill>
            <a:blip r:embed="rId2"/>
            <a:stretch>
              <a:fillRect/>
            </a:stretch>
          </a:blipFill>
        </p:spPr>
        <p:txBody>
          <a:bodyPr/>
          <a:lstStyle>
            <a:lvl1pPr>
              <a:defRPr sz="100">
                <a:noFill/>
              </a:defRPr>
            </a:lvl1pPr>
          </a:lstStyle>
          <a:p>
            <a:pPr lvl="0"/>
            <a:endParaRPr lang="en-GB"/>
          </a:p>
        </p:txBody>
      </p:sp>
      <p:sp>
        <p:nvSpPr>
          <p:cNvPr id="3" name="Date Placeholder 2">
            <a:extLst>
              <a:ext uri="{FF2B5EF4-FFF2-40B4-BE49-F238E27FC236}">
                <a16:creationId xmlns:a16="http://schemas.microsoft.com/office/drawing/2014/main" id="{9508E6FE-529C-6F82-E69C-32498ED04633}"/>
              </a:ext>
            </a:extLst>
          </p:cNvPr>
          <p:cNvSpPr>
            <a:spLocks noGrp="1"/>
          </p:cNvSpPr>
          <p:nvPr>
            <p:ph type="dt" sz="half" idx="20"/>
          </p:nvPr>
        </p:nvSpPr>
        <p:spPr/>
        <p:txBody>
          <a:bodyPr/>
          <a:lstStyle>
            <a:lvl1pPr>
              <a:defRPr>
                <a:solidFill>
                  <a:schemeClr val="bg1"/>
                </a:solidFill>
              </a:defRPr>
            </a:lvl1pPr>
          </a:lstStyle>
          <a:p>
            <a:r>
              <a:rPr lang="fi-FI"/>
              <a:t>06.05.2026</a:t>
            </a:r>
          </a:p>
        </p:txBody>
      </p:sp>
      <p:sp>
        <p:nvSpPr>
          <p:cNvPr id="9" name="Footer Placeholder 8">
            <a:extLst>
              <a:ext uri="{FF2B5EF4-FFF2-40B4-BE49-F238E27FC236}">
                <a16:creationId xmlns:a16="http://schemas.microsoft.com/office/drawing/2014/main" id="{428CC8F0-0CF6-102F-F83A-926998C03342}"/>
              </a:ext>
            </a:extLst>
          </p:cNvPr>
          <p:cNvSpPr>
            <a:spLocks noGrp="1"/>
          </p:cNvSpPr>
          <p:nvPr>
            <p:ph type="ftr" sz="quarter" idx="21"/>
          </p:nvPr>
        </p:nvSpPr>
        <p:spPr/>
        <p:txBody>
          <a:bodyPr/>
          <a:lstStyle>
            <a:lvl1pPr>
              <a:defRPr>
                <a:solidFill>
                  <a:schemeClr val="bg1"/>
                </a:solidFill>
              </a:defRPr>
            </a:lvl1pPr>
          </a:lstStyle>
          <a:p>
            <a:r>
              <a:rPr lang="pt-BR"/>
              <a:t>Enrico Glerean (2026) CC-BY</a:t>
            </a:r>
            <a:endParaRPr lang="fi-FI"/>
          </a:p>
        </p:txBody>
      </p:sp>
      <p:sp>
        <p:nvSpPr>
          <p:cNvPr id="10" name="Slide Number Placeholder 9">
            <a:extLst>
              <a:ext uri="{FF2B5EF4-FFF2-40B4-BE49-F238E27FC236}">
                <a16:creationId xmlns:a16="http://schemas.microsoft.com/office/drawing/2014/main" id="{2A5F946C-BD14-D558-2FBC-9358BC12A7B5}"/>
              </a:ext>
            </a:extLst>
          </p:cNvPr>
          <p:cNvSpPr>
            <a:spLocks noGrp="1"/>
          </p:cNvSpPr>
          <p:nvPr>
            <p:ph type="sldNum" sz="quarter" idx="22"/>
          </p:nvPr>
        </p:nvSpPr>
        <p:spPr/>
        <p:txBody>
          <a:bodyPr/>
          <a:lstStyle>
            <a:lvl1pPr>
              <a:defRPr>
                <a:solidFill>
                  <a:schemeClr val="bg1"/>
                </a:solidFill>
              </a:defRPr>
            </a:lvl1pPr>
          </a:lstStyle>
          <a:p>
            <a:fld id="{D701140D-C14F-41CA-99FC-0EF83E8DA40A}" type="slidenum">
              <a:rPr lang="fi-FI" smtClean="0"/>
              <a:pPr/>
              <a:t>‹#›</a:t>
            </a:fld>
            <a:endParaRPr lang="fi-FI"/>
          </a:p>
        </p:txBody>
      </p:sp>
    </p:spTree>
    <p:extLst>
      <p:ext uri="{BB962C8B-B14F-4D97-AF65-F5344CB8AC3E}">
        <p14:creationId xmlns:p14="http://schemas.microsoft.com/office/powerpoint/2010/main" val="2326105796"/>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Proces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06.05.2026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(2026)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Text Placeholder 2">
            <a:extLst>
              <a:ext uri="{FF2B5EF4-FFF2-40B4-BE49-F238E27FC236}">
                <a16:creationId xmlns:a16="http://schemas.microsoft.com/office/drawing/2014/main" id="{11E4B692-D8EE-2089-7427-A5399BE66F38}"/>
              </a:ext>
            </a:extLst>
          </p:cNvPr>
          <p:cNvSpPr>
            <a:spLocks noGrp="1"/>
          </p:cNvSpPr>
          <p:nvPr>
            <p:ph type="body" idx="14" hasCustomPrompt="1"/>
          </p:nvPr>
        </p:nvSpPr>
        <p:spPr>
          <a:xfrm>
            <a:off x="407988" y="1844674"/>
            <a:ext cx="2016119" cy="1296293"/>
          </a:xfrm>
        </p:spPr>
        <p:txBody>
          <a:bodyPr anchor="t" anchorCtr="0"/>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p>
        </p:txBody>
      </p:sp>
      <p:sp>
        <p:nvSpPr>
          <p:cNvPr id="13" name="Text Placeholder 12">
            <a:extLst>
              <a:ext uri="{FF2B5EF4-FFF2-40B4-BE49-F238E27FC236}">
                <a16:creationId xmlns:a16="http://schemas.microsoft.com/office/drawing/2014/main" id="{7DFA5604-DFA9-5599-E5FB-95F12FB285D5}"/>
              </a:ext>
            </a:extLst>
          </p:cNvPr>
          <p:cNvSpPr>
            <a:spLocks noGrp="1"/>
          </p:cNvSpPr>
          <p:nvPr>
            <p:ph type="body" sz="quarter" idx="15"/>
          </p:nvPr>
        </p:nvSpPr>
        <p:spPr>
          <a:xfrm>
            <a:off x="407988" y="3284538"/>
            <a:ext cx="2015604" cy="2592387"/>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14" name="Text Placeholder 2">
            <a:extLst>
              <a:ext uri="{FF2B5EF4-FFF2-40B4-BE49-F238E27FC236}">
                <a16:creationId xmlns:a16="http://schemas.microsoft.com/office/drawing/2014/main" id="{3827A3A4-CC58-367B-E36F-7AC44E8EC4DB}"/>
              </a:ext>
            </a:extLst>
          </p:cNvPr>
          <p:cNvSpPr>
            <a:spLocks noGrp="1"/>
          </p:cNvSpPr>
          <p:nvPr>
            <p:ph type="body" idx="16" hasCustomPrompt="1"/>
          </p:nvPr>
        </p:nvSpPr>
        <p:spPr>
          <a:xfrm>
            <a:off x="2711607" y="1844674"/>
            <a:ext cx="2088765" cy="1296293"/>
          </a:xfrm>
        </p:spPr>
        <p:txBody>
          <a:bodyPr anchor="t" anchorCtr="0"/>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p>
        </p:txBody>
      </p:sp>
      <p:sp>
        <p:nvSpPr>
          <p:cNvPr id="17" name="Text Placeholder 2">
            <a:extLst>
              <a:ext uri="{FF2B5EF4-FFF2-40B4-BE49-F238E27FC236}">
                <a16:creationId xmlns:a16="http://schemas.microsoft.com/office/drawing/2014/main" id="{B6A71658-2640-5820-00C0-A497E0475D02}"/>
              </a:ext>
            </a:extLst>
          </p:cNvPr>
          <p:cNvSpPr>
            <a:spLocks noGrp="1"/>
          </p:cNvSpPr>
          <p:nvPr>
            <p:ph type="body" idx="18" hasCustomPrompt="1"/>
          </p:nvPr>
        </p:nvSpPr>
        <p:spPr>
          <a:xfrm>
            <a:off x="5087880" y="1844674"/>
            <a:ext cx="2016738" cy="1296293"/>
          </a:xfrm>
        </p:spPr>
        <p:txBody>
          <a:bodyPr anchor="t" anchorCtr="0"/>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p>
        </p:txBody>
      </p:sp>
      <p:sp>
        <p:nvSpPr>
          <p:cNvPr id="20" name="Text Placeholder 2">
            <a:extLst>
              <a:ext uri="{FF2B5EF4-FFF2-40B4-BE49-F238E27FC236}">
                <a16:creationId xmlns:a16="http://schemas.microsoft.com/office/drawing/2014/main" id="{E507729F-3FC3-227F-5A8B-85517FBB16B0}"/>
              </a:ext>
            </a:extLst>
          </p:cNvPr>
          <p:cNvSpPr>
            <a:spLocks noGrp="1"/>
          </p:cNvSpPr>
          <p:nvPr>
            <p:ph type="body" idx="20" hasCustomPrompt="1"/>
          </p:nvPr>
        </p:nvSpPr>
        <p:spPr>
          <a:xfrm>
            <a:off x="7392126" y="1844674"/>
            <a:ext cx="2088765" cy="1296293"/>
          </a:xfrm>
        </p:spPr>
        <p:txBody>
          <a:bodyPr anchor="t" anchorCtr="0"/>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p>
        </p:txBody>
      </p:sp>
      <p:sp>
        <p:nvSpPr>
          <p:cNvPr id="22" name="Text Placeholder 2">
            <a:extLst>
              <a:ext uri="{FF2B5EF4-FFF2-40B4-BE49-F238E27FC236}">
                <a16:creationId xmlns:a16="http://schemas.microsoft.com/office/drawing/2014/main" id="{2B959ACE-C45A-F672-6EF3-2497A285A008}"/>
              </a:ext>
            </a:extLst>
          </p:cNvPr>
          <p:cNvSpPr>
            <a:spLocks noGrp="1"/>
          </p:cNvSpPr>
          <p:nvPr>
            <p:ph type="body" idx="22" hasCustomPrompt="1"/>
          </p:nvPr>
        </p:nvSpPr>
        <p:spPr>
          <a:xfrm>
            <a:off x="9768409" y="1844674"/>
            <a:ext cx="2016120" cy="1296293"/>
          </a:xfrm>
        </p:spPr>
        <p:txBody>
          <a:bodyPr anchor="t" anchorCtr="0"/>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p>
        </p:txBody>
      </p:sp>
      <p:sp>
        <p:nvSpPr>
          <p:cNvPr id="26" name="Text Placeholder 12">
            <a:extLst>
              <a:ext uri="{FF2B5EF4-FFF2-40B4-BE49-F238E27FC236}">
                <a16:creationId xmlns:a16="http://schemas.microsoft.com/office/drawing/2014/main" id="{D9D79536-3D7F-7D6F-2BE3-5C618CB120D9}"/>
              </a:ext>
            </a:extLst>
          </p:cNvPr>
          <p:cNvSpPr>
            <a:spLocks noGrp="1"/>
          </p:cNvSpPr>
          <p:nvPr>
            <p:ph type="body" sz="quarter" idx="23"/>
          </p:nvPr>
        </p:nvSpPr>
        <p:spPr>
          <a:xfrm>
            <a:off x="2711624" y="3284538"/>
            <a:ext cx="2088232" cy="2592387"/>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27" name="Text Placeholder 12">
            <a:extLst>
              <a:ext uri="{FF2B5EF4-FFF2-40B4-BE49-F238E27FC236}">
                <a16:creationId xmlns:a16="http://schemas.microsoft.com/office/drawing/2014/main" id="{E9B545D8-3555-6CE3-D8FD-D2E749B189FA}"/>
              </a:ext>
            </a:extLst>
          </p:cNvPr>
          <p:cNvSpPr>
            <a:spLocks noGrp="1"/>
          </p:cNvSpPr>
          <p:nvPr>
            <p:ph type="body" sz="quarter" idx="24"/>
          </p:nvPr>
        </p:nvSpPr>
        <p:spPr>
          <a:xfrm>
            <a:off x="5088198" y="3284538"/>
            <a:ext cx="2015604" cy="2592387"/>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28" name="Text Placeholder 12">
            <a:extLst>
              <a:ext uri="{FF2B5EF4-FFF2-40B4-BE49-F238E27FC236}">
                <a16:creationId xmlns:a16="http://schemas.microsoft.com/office/drawing/2014/main" id="{6DB34C07-D845-0A71-7110-873D3E54FE62}"/>
              </a:ext>
            </a:extLst>
          </p:cNvPr>
          <p:cNvSpPr>
            <a:spLocks noGrp="1"/>
          </p:cNvSpPr>
          <p:nvPr>
            <p:ph type="body" sz="quarter" idx="25"/>
          </p:nvPr>
        </p:nvSpPr>
        <p:spPr>
          <a:xfrm>
            <a:off x="7392144" y="3284538"/>
            <a:ext cx="2088232" cy="2592387"/>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29" name="Text Placeholder 12">
            <a:extLst>
              <a:ext uri="{FF2B5EF4-FFF2-40B4-BE49-F238E27FC236}">
                <a16:creationId xmlns:a16="http://schemas.microsoft.com/office/drawing/2014/main" id="{812168A2-46B4-55B8-F41F-994C00D2483C}"/>
              </a:ext>
            </a:extLst>
          </p:cNvPr>
          <p:cNvSpPr>
            <a:spLocks noGrp="1"/>
          </p:cNvSpPr>
          <p:nvPr>
            <p:ph type="body" sz="quarter" idx="26"/>
          </p:nvPr>
        </p:nvSpPr>
        <p:spPr>
          <a:xfrm>
            <a:off x="9769028" y="3284538"/>
            <a:ext cx="2015604" cy="2592387"/>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Tree>
    <p:extLst>
      <p:ext uri="{BB962C8B-B14F-4D97-AF65-F5344CB8AC3E}">
        <p14:creationId xmlns:p14="http://schemas.microsoft.com/office/powerpoint/2010/main" val="1139570010"/>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Process Bla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06.05.2026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(2026)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16" name="Text Placeholder 12">
            <a:extLst>
              <a:ext uri="{FF2B5EF4-FFF2-40B4-BE49-F238E27FC236}">
                <a16:creationId xmlns:a16="http://schemas.microsoft.com/office/drawing/2014/main" id="{2909D46F-AC09-DECA-BACA-C1675FF98C92}"/>
              </a:ext>
            </a:extLst>
          </p:cNvPr>
          <p:cNvSpPr>
            <a:spLocks noGrp="1"/>
          </p:cNvSpPr>
          <p:nvPr>
            <p:ph type="body" sz="quarter" idx="15"/>
          </p:nvPr>
        </p:nvSpPr>
        <p:spPr>
          <a:xfrm>
            <a:off x="407988" y="3573016"/>
            <a:ext cx="2015604"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19" name="Text Placeholder 12">
            <a:extLst>
              <a:ext uri="{FF2B5EF4-FFF2-40B4-BE49-F238E27FC236}">
                <a16:creationId xmlns:a16="http://schemas.microsoft.com/office/drawing/2014/main" id="{687E3998-D801-6A68-FC17-6DEBC7159F75}"/>
              </a:ext>
            </a:extLst>
          </p:cNvPr>
          <p:cNvSpPr>
            <a:spLocks noGrp="1"/>
          </p:cNvSpPr>
          <p:nvPr>
            <p:ph type="body" sz="quarter" idx="23"/>
          </p:nvPr>
        </p:nvSpPr>
        <p:spPr>
          <a:xfrm>
            <a:off x="2711624" y="3573016"/>
            <a:ext cx="2088232"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24" name="Text Placeholder 12">
            <a:extLst>
              <a:ext uri="{FF2B5EF4-FFF2-40B4-BE49-F238E27FC236}">
                <a16:creationId xmlns:a16="http://schemas.microsoft.com/office/drawing/2014/main" id="{D97F3D4F-F6AB-ED14-9484-30FEA1506137}"/>
              </a:ext>
            </a:extLst>
          </p:cNvPr>
          <p:cNvSpPr>
            <a:spLocks noGrp="1"/>
          </p:cNvSpPr>
          <p:nvPr>
            <p:ph type="body" sz="quarter" idx="29"/>
          </p:nvPr>
        </p:nvSpPr>
        <p:spPr>
          <a:xfrm>
            <a:off x="5088198" y="3573016"/>
            <a:ext cx="2015604"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25" name="Text Placeholder 12">
            <a:extLst>
              <a:ext uri="{FF2B5EF4-FFF2-40B4-BE49-F238E27FC236}">
                <a16:creationId xmlns:a16="http://schemas.microsoft.com/office/drawing/2014/main" id="{F5BB4B25-AFF9-AFEA-85BA-E387072E794C}"/>
              </a:ext>
            </a:extLst>
          </p:cNvPr>
          <p:cNvSpPr>
            <a:spLocks noGrp="1"/>
          </p:cNvSpPr>
          <p:nvPr>
            <p:ph type="body" sz="quarter" idx="30"/>
          </p:nvPr>
        </p:nvSpPr>
        <p:spPr>
          <a:xfrm>
            <a:off x="7392144" y="3573016"/>
            <a:ext cx="2088232"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26" name="Text Placeholder 12">
            <a:extLst>
              <a:ext uri="{FF2B5EF4-FFF2-40B4-BE49-F238E27FC236}">
                <a16:creationId xmlns:a16="http://schemas.microsoft.com/office/drawing/2014/main" id="{ADB44BCB-11F4-E11F-6050-6499858CFA4B}"/>
              </a:ext>
            </a:extLst>
          </p:cNvPr>
          <p:cNvSpPr>
            <a:spLocks noGrp="1"/>
          </p:cNvSpPr>
          <p:nvPr>
            <p:ph type="body" sz="quarter" idx="31"/>
          </p:nvPr>
        </p:nvSpPr>
        <p:spPr>
          <a:xfrm>
            <a:off x="9769028" y="3573016"/>
            <a:ext cx="2015604"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17" name="Text Placeholder 2">
            <a:extLst>
              <a:ext uri="{FF2B5EF4-FFF2-40B4-BE49-F238E27FC236}">
                <a16:creationId xmlns:a16="http://schemas.microsoft.com/office/drawing/2014/main" id="{60527BA6-8E7F-91F7-0FF5-EAFF7FBB237A}"/>
              </a:ext>
            </a:extLst>
          </p:cNvPr>
          <p:cNvSpPr>
            <a:spLocks noGrp="1"/>
          </p:cNvSpPr>
          <p:nvPr>
            <p:ph type="body" idx="14"/>
          </p:nvPr>
        </p:nvSpPr>
        <p:spPr>
          <a:xfrm>
            <a:off x="407988" y="1844673"/>
            <a:ext cx="1584000" cy="1584000"/>
          </a:xfrm>
          <a:prstGeom prst="ellipse">
            <a:avLst/>
          </a:prstGeom>
          <a:solidFill>
            <a:schemeClr val="tx1"/>
          </a:solidFill>
        </p:spPr>
        <p:txBody>
          <a:bodyPr anchor="ctr" anchorCtr="0"/>
          <a:lstStyle>
            <a:lvl1pPr marL="0" indent="0" algn="ctr">
              <a:buNone/>
              <a:defRPr sz="12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a:p>
        </p:txBody>
      </p:sp>
      <p:sp>
        <p:nvSpPr>
          <p:cNvPr id="18" name="Text Placeholder 2">
            <a:extLst>
              <a:ext uri="{FF2B5EF4-FFF2-40B4-BE49-F238E27FC236}">
                <a16:creationId xmlns:a16="http://schemas.microsoft.com/office/drawing/2014/main" id="{25B7FD09-6933-9B2C-E660-44271E46576A}"/>
              </a:ext>
            </a:extLst>
          </p:cNvPr>
          <p:cNvSpPr>
            <a:spLocks noGrp="1"/>
          </p:cNvSpPr>
          <p:nvPr>
            <p:ph type="body" idx="16"/>
          </p:nvPr>
        </p:nvSpPr>
        <p:spPr>
          <a:xfrm>
            <a:off x="2711607" y="1844673"/>
            <a:ext cx="1584000" cy="1584000"/>
          </a:xfrm>
          <a:prstGeom prst="ellipse">
            <a:avLst/>
          </a:prstGeom>
          <a:solidFill>
            <a:schemeClr val="tx1"/>
          </a:solidFill>
        </p:spPr>
        <p:txBody>
          <a:bodyPr anchor="ctr" anchorCtr="0"/>
          <a:lstStyle>
            <a:lvl1pPr marL="0" indent="0" algn="ctr">
              <a:buNone/>
              <a:defRPr sz="12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a:p>
        </p:txBody>
      </p:sp>
      <p:sp>
        <p:nvSpPr>
          <p:cNvPr id="20" name="Text Placeholder 2">
            <a:extLst>
              <a:ext uri="{FF2B5EF4-FFF2-40B4-BE49-F238E27FC236}">
                <a16:creationId xmlns:a16="http://schemas.microsoft.com/office/drawing/2014/main" id="{7E9BC9FF-8079-A9F7-940B-AD180B5C7111}"/>
              </a:ext>
            </a:extLst>
          </p:cNvPr>
          <p:cNvSpPr>
            <a:spLocks noGrp="1"/>
          </p:cNvSpPr>
          <p:nvPr>
            <p:ph type="body" idx="18"/>
          </p:nvPr>
        </p:nvSpPr>
        <p:spPr>
          <a:xfrm>
            <a:off x="5087880" y="1844673"/>
            <a:ext cx="1584000" cy="1584000"/>
          </a:xfrm>
          <a:prstGeom prst="ellipse">
            <a:avLst/>
          </a:prstGeom>
          <a:solidFill>
            <a:schemeClr val="tx1"/>
          </a:solidFill>
        </p:spPr>
        <p:txBody>
          <a:bodyPr anchor="ctr" anchorCtr="0"/>
          <a:lstStyle>
            <a:lvl1pPr marL="0" indent="0" algn="ctr">
              <a:buNone/>
              <a:defRPr sz="12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a:p>
        </p:txBody>
      </p:sp>
      <p:sp>
        <p:nvSpPr>
          <p:cNvPr id="21" name="Text Placeholder 2">
            <a:extLst>
              <a:ext uri="{FF2B5EF4-FFF2-40B4-BE49-F238E27FC236}">
                <a16:creationId xmlns:a16="http://schemas.microsoft.com/office/drawing/2014/main" id="{8BE256EA-AF3A-004E-60D5-EB46182584F3}"/>
              </a:ext>
            </a:extLst>
          </p:cNvPr>
          <p:cNvSpPr>
            <a:spLocks noGrp="1"/>
          </p:cNvSpPr>
          <p:nvPr>
            <p:ph type="body" idx="20"/>
          </p:nvPr>
        </p:nvSpPr>
        <p:spPr>
          <a:xfrm>
            <a:off x="7392126" y="1844673"/>
            <a:ext cx="1584000" cy="1584000"/>
          </a:xfrm>
          <a:prstGeom prst="ellipse">
            <a:avLst/>
          </a:prstGeom>
          <a:solidFill>
            <a:schemeClr val="tx1"/>
          </a:solidFill>
        </p:spPr>
        <p:txBody>
          <a:bodyPr anchor="ctr" anchorCtr="0"/>
          <a:lstStyle>
            <a:lvl1pPr marL="0" indent="0" algn="ctr">
              <a:buNone/>
              <a:defRPr sz="12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a:p>
        </p:txBody>
      </p:sp>
      <p:sp>
        <p:nvSpPr>
          <p:cNvPr id="22" name="Text Placeholder 2">
            <a:extLst>
              <a:ext uri="{FF2B5EF4-FFF2-40B4-BE49-F238E27FC236}">
                <a16:creationId xmlns:a16="http://schemas.microsoft.com/office/drawing/2014/main" id="{C3F0EB54-3301-1385-D27F-5E7B2877AC94}"/>
              </a:ext>
            </a:extLst>
          </p:cNvPr>
          <p:cNvSpPr>
            <a:spLocks noGrp="1"/>
          </p:cNvSpPr>
          <p:nvPr>
            <p:ph type="body" idx="22"/>
          </p:nvPr>
        </p:nvSpPr>
        <p:spPr>
          <a:xfrm>
            <a:off x="9768409" y="1844673"/>
            <a:ext cx="1584000" cy="1584000"/>
          </a:xfrm>
          <a:prstGeom prst="ellipse">
            <a:avLst/>
          </a:prstGeom>
          <a:solidFill>
            <a:schemeClr val="tx1"/>
          </a:solidFill>
        </p:spPr>
        <p:txBody>
          <a:bodyPr anchor="ctr" anchorCtr="0"/>
          <a:lstStyle>
            <a:lvl1pPr marL="0" indent="0" algn="ctr">
              <a:buNone/>
              <a:defRPr sz="12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a:p>
        </p:txBody>
      </p:sp>
    </p:spTree>
    <p:extLst>
      <p:ext uri="{BB962C8B-B14F-4D97-AF65-F5344CB8AC3E}">
        <p14:creationId xmlns:p14="http://schemas.microsoft.com/office/powerpoint/2010/main" val="1364572898"/>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Process Blu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06.05.2026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(2026)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16" name="Text Placeholder 12">
            <a:extLst>
              <a:ext uri="{FF2B5EF4-FFF2-40B4-BE49-F238E27FC236}">
                <a16:creationId xmlns:a16="http://schemas.microsoft.com/office/drawing/2014/main" id="{2909D46F-AC09-DECA-BACA-C1675FF98C92}"/>
              </a:ext>
            </a:extLst>
          </p:cNvPr>
          <p:cNvSpPr>
            <a:spLocks noGrp="1"/>
          </p:cNvSpPr>
          <p:nvPr>
            <p:ph type="body" sz="quarter" idx="15"/>
          </p:nvPr>
        </p:nvSpPr>
        <p:spPr>
          <a:xfrm>
            <a:off x="407988" y="3573016"/>
            <a:ext cx="2015604"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19" name="Text Placeholder 12">
            <a:extLst>
              <a:ext uri="{FF2B5EF4-FFF2-40B4-BE49-F238E27FC236}">
                <a16:creationId xmlns:a16="http://schemas.microsoft.com/office/drawing/2014/main" id="{687E3998-D801-6A68-FC17-6DEBC7159F75}"/>
              </a:ext>
            </a:extLst>
          </p:cNvPr>
          <p:cNvSpPr>
            <a:spLocks noGrp="1"/>
          </p:cNvSpPr>
          <p:nvPr>
            <p:ph type="body" sz="quarter" idx="23"/>
          </p:nvPr>
        </p:nvSpPr>
        <p:spPr>
          <a:xfrm>
            <a:off x="2711624" y="3573016"/>
            <a:ext cx="2088232"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24" name="Text Placeholder 12">
            <a:extLst>
              <a:ext uri="{FF2B5EF4-FFF2-40B4-BE49-F238E27FC236}">
                <a16:creationId xmlns:a16="http://schemas.microsoft.com/office/drawing/2014/main" id="{D97F3D4F-F6AB-ED14-9484-30FEA1506137}"/>
              </a:ext>
            </a:extLst>
          </p:cNvPr>
          <p:cNvSpPr>
            <a:spLocks noGrp="1"/>
          </p:cNvSpPr>
          <p:nvPr>
            <p:ph type="body" sz="quarter" idx="29"/>
          </p:nvPr>
        </p:nvSpPr>
        <p:spPr>
          <a:xfrm>
            <a:off x="5088198" y="3573016"/>
            <a:ext cx="2015604"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25" name="Text Placeholder 12">
            <a:extLst>
              <a:ext uri="{FF2B5EF4-FFF2-40B4-BE49-F238E27FC236}">
                <a16:creationId xmlns:a16="http://schemas.microsoft.com/office/drawing/2014/main" id="{F5BB4B25-AFF9-AFEA-85BA-E387072E794C}"/>
              </a:ext>
            </a:extLst>
          </p:cNvPr>
          <p:cNvSpPr>
            <a:spLocks noGrp="1"/>
          </p:cNvSpPr>
          <p:nvPr>
            <p:ph type="body" sz="quarter" idx="30"/>
          </p:nvPr>
        </p:nvSpPr>
        <p:spPr>
          <a:xfrm>
            <a:off x="7392144" y="3573016"/>
            <a:ext cx="2088232"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26" name="Text Placeholder 12">
            <a:extLst>
              <a:ext uri="{FF2B5EF4-FFF2-40B4-BE49-F238E27FC236}">
                <a16:creationId xmlns:a16="http://schemas.microsoft.com/office/drawing/2014/main" id="{ADB44BCB-11F4-E11F-6050-6499858CFA4B}"/>
              </a:ext>
            </a:extLst>
          </p:cNvPr>
          <p:cNvSpPr>
            <a:spLocks noGrp="1"/>
          </p:cNvSpPr>
          <p:nvPr>
            <p:ph type="body" sz="quarter" idx="31"/>
          </p:nvPr>
        </p:nvSpPr>
        <p:spPr>
          <a:xfrm>
            <a:off x="9769028" y="3573016"/>
            <a:ext cx="2015604"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17" name="Text Placeholder 2">
            <a:extLst>
              <a:ext uri="{FF2B5EF4-FFF2-40B4-BE49-F238E27FC236}">
                <a16:creationId xmlns:a16="http://schemas.microsoft.com/office/drawing/2014/main" id="{60527BA6-8E7F-91F7-0FF5-EAFF7FBB237A}"/>
              </a:ext>
            </a:extLst>
          </p:cNvPr>
          <p:cNvSpPr>
            <a:spLocks noGrp="1"/>
          </p:cNvSpPr>
          <p:nvPr>
            <p:ph type="body" idx="14"/>
          </p:nvPr>
        </p:nvSpPr>
        <p:spPr>
          <a:xfrm>
            <a:off x="407988" y="1844673"/>
            <a:ext cx="1584000" cy="1584000"/>
          </a:xfrm>
          <a:prstGeom prst="ellipse">
            <a:avLst/>
          </a:prstGeom>
          <a:solidFill>
            <a:schemeClr val="accent3"/>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a:p>
        </p:txBody>
      </p:sp>
      <p:sp>
        <p:nvSpPr>
          <p:cNvPr id="18" name="Text Placeholder 2">
            <a:extLst>
              <a:ext uri="{FF2B5EF4-FFF2-40B4-BE49-F238E27FC236}">
                <a16:creationId xmlns:a16="http://schemas.microsoft.com/office/drawing/2014/main" id="{25B7FD09-6933-9B2C-E660-44271E46576A}"/>
              </a:ext>
            </a:extLst>
          </p:cNvPr>
          <p:cNvSpPr>
            <a:spLocks noGrp="1"/>
          </p:cNvSpPr>
          <p:nvPr>
            <p:ph type="body" idx="16"/>
          </p:nvPr>
        </p:nvSpPr>
        <p:spPr>
          <a:xfrm>
            <a:off x="2711607" y="1844673"/>
            <a:ext cx="1584000" cy="1584000"/>
          </a:xfrm>
          <a:prstGeom prst="ellipse">
            <a:avLst/>
          </a:prstGeom>
          <a:solidFill>
            <a:schemeClr val="accent3"/>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a:p>
        </p:txBody>
      </p:sp>
      <p:sp>
        <p:nvSpPr>
          <p:cNvPr id="20" name="Text Placeholder 2">
            <a:extLst>
              <a:ext uri="{FF2B5EF4-FFF2-40B4-BE49-F238E27FC236}">
                <a16:creationId xmlns:a16="http://schemas.microsoft.com/office/drawing/2014/main" id="{7E9BC9FF-8079-A9F7-940B-AD180B5C7111}"/>
              </a:ext>
            </a:extLst>
          </p:cNvPr>
          <p:cNvSpPr>
            <a:spLocks noGrp="1"/>
          </p:cNvSpPr>
          <p:nvPr>
            <p:ph type="body" idx="18"/>
          </p:nvPr>
        </p:nvSpPr>
        <p:spPr>
          <a:xfrm>
            <a:off x="5087880" y="1844673"/>
            <a:ext cx="1584000" cy="1584000"/>
          </a:xfrm>
          <a:prstGeom prst="ellipse">
            <a:avLst/>
          </a:prstGeom>
          <a:solidFill>
            <a:schemeClr val="accent3"/>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a:p>
        </p:txBody>
      </p:sp>
      <p:sp>
        <p:nvSpPr>
          <p:cNvPr id="21" name="Text Placeholder 2">
            <a:extLst>
              <a:ext uri="{FF2B5EF4-FFF2-40B4-BE49-F238E27FC236}">
                <a16:creationId xmlns:a16="http://schemas.microsoft.com/office/drawing/2014/main" id="{8BE256EA-AF3A-004E-60D5-EB46182584F3}"/>
              </a:ext>
            </a:extLst>
          </p:cNvPr>
          <p:cNvSpPr>
            <a:spLocks noGrp="1"/>
          </p:cNvSpPr>
          <p:nvPr>
            <p:ph type="body" idx="20"/>
          </p:nvPr>
        </p:nvSpPr>
        <p:spPr>
          <a:xfrm>
            <a:off x="7392126" y="1844673"/>
            <a:ext cx="1584000" cy="1584000"/>
          </a:xfrm>
          <a:prstGeom prst="ellipse">
            <a:avLst/>
          </a:prstGeom>
          <a:solidFill>
            <a:schemeClr val="accent3"/>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a:p>
        </p:txBody>
      </p:sp>
      <p:sp>
        <p:nvSpPr>
          <p:cNvPr id="22" name="Text Placeholder 2">
            <a:extLst>
              <a:ext uri="{FF2B5EF4-FFF2-40B4-BE49-F238E27FC236}">
                <a16:creationId xmlns:a16="http://schemas.microsoft.com/office/drawing/2014/main" id="{C3F0EB54-3301-1385-D27F-5E7B2877AC94}"/>
              </a:ext>
            </a:extLst>
          </p:cNvPr>
          <p:cNvSpPr>
            <a:spLocks noGrp="1"/>
          </p:cNvSpPr>
          <p:nvPr>
            <p:ph type="body" idx="22"/>
          </p:nvPr>
        </p:nvSpPr>
        <p:spPr>
          <a:xfrm>
            <a:off x="9768409" y="1844673"/>
            <a:ext cx="1584000" cy="1584000"/>
          </a:xfrm>
          <a:prstGeom prst="ellipse">
            <a:avLst/>
          </a:prstGeom>
          <a:solidFill>
            <a:schemeClr val="accent3"/>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a:p>
        </p:txBody>
      </p:sp>
    </p:spTree>
    <p:extLst>
      <p:ext uri="{BB962C8B-B14F-4D97-AF65-F5344CB8AC3E}">
        <p14:creationId xmlns:p14="http://schemas.microsoft.com/office/powerpoint/2010/main" val="2707835527"/>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Process R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06.05.2026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(2026)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16" name="Text Placeholder 12">
            <a:extLst>
              <a:ext uri="{FF2B5EF4-FFF2-40B4-BE49-F238E27FC236}">
                <a16:creationId xmlns:a16="http://schemas.microsoft.com/office/drawing/2014/main" id="{2909D46F-AC09-DECA-BACA-C1675FF98C92}"/>
              </a:ext>
            </a:extLst>
          </p:cNvPr>
          <p:cNvSpPr>
            <a:spLocks noGrp="1"/>
          </p:cNvSpPr>
          <p:nvPr>
            <p:ph type="body" sz="quarter" idx="15"/>
          </p:nvPr>
        </p:nvSpPr>
        <p:spPr>
          <a:xfrm>
            <a:off x="407988" y="3573016"/>
            <a:ext cx="2015604"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19" name="Text Placeholder 12">
            <a:extLst>
              <a:ext uri="{FF2B5EF4-FFF2-40B4-BE49-F238E27FC236}">
                <a16:creationId xmlns:a16="http://schemas.microsoft.com/office/drawing/2014/main" id="{687E3998-D801-6A68-FC17-6DEBC7159F75}"/>
              </a:ext>
            </a:extLst>
          </p:cNvPr>
          <p:cNvSpPr>
            <a:spLocks noGrp="1"/>
          </p:cNvSpPr>
          <p:nvPr>
            <p:ph type="body" sz="quarter" idx="23"/>
          </p:nvPr>
        </p:nvSpPr>
        <p:spPr>
          <a:xfrm>
            <a:off x="2711624" y="3573016"/>
            <a:ext cx="2088232"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24" name="Text Placeholder 12">
            <a:extLst>
              <a:ext uri="{FF2B5EF4-FFF2-40B4-BE49-F238E27FC236}">
                <a16:creationId xmlns:a16="http://schemas.microsoft.com/office/drawing/2014/main" id="{D97F3D4F-F6AB-ED14-9484-30FEA1506137}"/>
              </a:ext>
            </a:extLst>
          </p:cNvPr>
          <p:cNvSpPr>
            <a:spLocks noGrp="1"/>
          </p:cNvSpPr>
          <p:nvPr>
            <p:ph type="body" sz="quarter" idx="29"/>
          </p:nvPr>
        </p:nvSpPr>
        <p:spPr>
          <a:xfrm>
            <a:off x="5088198" y="3573016"/>
            <a:ext cx="2015604"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25" name="Text Placeholder 12">
            <a:extLst>
              <a:ext uri="{FF2B5EF4-FFF2-40B4-BE49-F238E27FC236}">
                <a16:creationId xmlns:a16="http://schemas.microsoft.com/office/drawing/2014/main" id="{F5BB4B25-AFF9-AFEA-85BA-E387072E794C}"/>
              </a:ext>
            </a:extLst>
          </p:cNvPr>
          <p:cNvSpPr>
            <a:spLocks noGrp="1"/>
          </p:cNvSpPr>
          <p:nvPr>
            <p:ph type="body" sz="quarter" idx="30"/>
          </p:nvPr>
        </p:nvSpPr>
        <p:spPr>
          <a:xfrm>
            <a:off x="7392144" y="3573016"/>
            <a:ext cx="2088232"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26" name="Text Placeholder 12">
            <a:extLst>
              <a:ext uri="{FF2B5EF4-FFF2-40B4-BE49-F238E27FC236}">
                <a16:creationId xmlns:a16="http://schemas.microsoft.com/office/drawing/2014/main" id="{ADB44BCB-11F4-E11F-6050-6499858CFA4B}"/>
              </a:ext>
            </a:extLst>
          </p:cNvPr>
          <p:cNvSpPr>
            <a:spLocks noGrp="1"/>
          </p:cNvSpPr>
          <p:nvPr>
            <p:ph type="body" sz="quarter" idx="31"/>
          </p:nvPr>
        </p:nvSpPr>
        <p:spPr>
          <a:xfrm>
            <a:off x="9769028" y="3573016"/>
            <a:ext cx="2015604"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17" name="Text Placeholder 2">
            <a:extLst>
              <a:ext uri="{FF2B5EF4-FFF2-40B4-BE49-F238E27FC236}">
                <a16:creationId xmlns:a16="http://schemas.microsoft.com/office/drawing/2014/main" id="{60527BA6-8E7F-91F7-0FF5-EAFF7FBB237A}"/>
              </a:ext>
            </a:extLst>
          </p:cNvPr>
          <p:cNvSpPr>
            <a:spLocks noGrp="1"/>
          </p:cNvSpPr>
          <p:nvPr>
            <p:ph type="body" idx="14"/>
          </p:nvPr>
        </p:nvSpPr>
        <p:spPr>
          <a:xfrm>
            <a:off x="407988" y="1844673"/>
            <a:ext cx="1584000" cy="1584000"/>
          </a:xfrm>
          <a:prstGeom prst="ellipse">
            <a:avLst/>
          </a:prstGeom>
          <a:solidFill>
            <a:schemeClr val="accent2"/>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a:p>
        </p:txBody>
      </p:sp>
      <p:sp>
        <p:nvSpPr>
          <p:cNvPr id="18" name="Text Placeholder 2">
            <a:extLst>
              <a:ext uri="{FF2B5EF4-FFF2-40B4-BE49-F238E27FC236}">
                <a16:creationId xmlns:a16="http://schemas.microsoft.com/office/drawing/2014/main" id="{25B7FD09-6933-9B2C-E660-44271E46576A}"/>
              </a:ext>
            </a:extLst>
          </p:cNvPr>
          <p:cNvSpPr>
            <a:spLocks noGrp="1"/>
          </p:cNvSpPr>
          <p:nvPr>
            <p:ph type="body" idx="16"/>
          </p:nvPr>
        </p:nvSpPr>
        <p:spPr>
          <a:xfrm>
            <a:off x="2711607" y="1844673"/>
            <a:ext cx="1584000" cy="1584000"/>
          </a:xfrm>
          <a:prstGeom prst="ellipse">
            <a:avLst/>
          </a:prstGeom>
          <a:solidFill>
            <a:schemeClr val="accent2"/>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a:p>
        </p:txBody>
      </p:sp>
      <p:sp>
        <p:nvSpPr>
          <p:cNvPr id="20" name="Text Placeholder 2">
            <a:extLst>
              <a:ext uri="{FF2B5EF4-FFF2-40B4-BE49-F238E27FC236}">
                <a16:creationId xmlns:a16="http://schemas.microsoft.com/office/drawing/2014/main" id="{7E9BC9FF-8079-A9F7-940B-AD180B5C7111}"/>
              </a:ext>
            </a:extLst>
          </p:cNvPr>
          <p:cNvSpPr>
            <a:spLocks noGrp="1"/>
          </p:cNvSpPr>
          <p:nvPr>
            <p:ph type="body" idx="18"/>
          </p:nvPr>
        </p:nvSpPr>
        <p:spPr>
          <a:xfrm>
            <a:off x="5087880" y="1844673"/>
            <a:ext cx="1584000" cy="1584000"/>
          </a:xfrm>
          <a:prstGeom prst="ellipse">
            <a:avLst/>
          </a:prstGeom>
          <a:solidFill>
            <a:schemeClr val="accent2"/>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a:p>
        </p:txBody>
      </p:sp>
      <p:sp>
        <p:nvSpPr>
          <p:cNvPr id="21" name="Text Placeholder 2">
            <a:extLst>
              <a:ext uri="{FF2B5EF4-FFF2-40B4-BE49-F238E27FC236}">
                <a16:creationId xmlns:a16="http://schemas.microsoft.com/office/drawing/2014/main" id="{8BE256EA-AF3A-004E-60D5-EB46182584F3}"/>
              </a:ext>
            </a:extLst>
          </p:cNvPr>
          <p:cNvSpPr>
            <a:spLocks noGrp="1"/>
          </p:cNvSpPr>
          <p:nvPr>
            <p:ph type="body" idx="20"/>
          </p:nvPr>
        </p:nvSpPr>
        <p:spPr>
          <a:xfrm>
            <a:off x="7392126" y="1844673"/>
            <a:ext cx="1584000" cy="1584000"/>
          </a:xfrm>
          <a:prstGeom prst="ellipse">
            <a:avLst/>
          </a:prstGeom>
          <a:solidFill>
            <a:schemeClr val="accent2"/>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a:p>
        </p:txBody>
      </p:sp>
      <p:sp>
        <p:nvSpPr>
          <p:cNvPr id="22" name="Text Placeholder 2">
            <a:extLst>
              <a:ext uri="{FF2B5EF4-FFF2-40B4-BE49-F238E27FC236}">
                <a16:creationId xmlns:a16="http://schemas.microsoft.com/office/drawing/2014/main" id="{C3F0EB54-3301-1385-D27F-5E7B2877AC94}"/>
              </a:ext>
            </a:extLst>
          </p:cNvPr>
          <p:cNvSpPr>
            <a:spLocks noGrp="1"/>
          </p:cNvSpPr>
          <p:nvPr>
            <p:ph type="body" idx="22"/>
          </p:nvPr>
        </p:nvSpPr>
        <p:spPr>
          <a:xfrm>
            <a:off x="9768409" y="1844673"/>
            <a:ext cx="1584000" cy="1584000"/>
          </a:xfrm>
          <a:prstGeom prst="ellipse">
            <a:avLst/>
          </a:prstGeom>
          <a:solidFill>
            <a:schemeClr val="accent2"/>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a:p>
        </p:txBody>
      </p:sp>
    </p:spTree>
    <p:extLst>
      <p:ext uri="{BB962C8B-B14F-4D97-AF65-F5344CB8AC3E}">
        <p14:creationId xmlns:p14="http://schemas.microsoft.com/office/powerpoint/2010/main" val="3402114721"/>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Process Yello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06.05.2026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(2026)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16" name="Text Placeholder 12">
            <a:extLst>
              <a:ext uri="{FF2B5EF4-FFF2-40B4-BE49-F238E27FC236}">
                <a16:creationId xmlns:a16="http://schemas.microsoft.com/office/drawing/2014/main" id="{2909D46F-AC09-DECA-BACA-C1675FF98C92}"/>
              </a:ext>
            </a:extLst>
          </p:cNvPr>
          <p:cNvSpPr>
            <a:spLocks noGrp="1"/>
          </p:cNvSpPr>
          <p:nvPr>
            <p:ph type="body" sz="quarter" idx="15"/>
          </p:nvPr>
        </p:nvSpPr>
        <p:spPr>
          <a:xfrm>
            <a:off x="407988" y="3573016"/>
            <a:ext cx="2015604"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19" name="Text Placeholder 12">
            <a:extLst>
              <a:ext uri="{FF2B5EF4-FFF2-40B4-BE49-F238E27FC236}">
                <a16:creationId xmlns:a16="http://schemas.microsoft.com/office/drawing/2014/main" id="{687E3998-D801-6A68-FC17-6DEBC7159F75}"/>
              </a:ext>
            </a:extLst>
          </p:cNvPr>
          <p:cNvSpPr>
            <a:spLocks noGrp="1"/>
          </p:cNvSpPr>
          <p:nvPr>
            <p:ph type="body" sz="quarter" idx="23"/>
          </p:nvPr>
        </p:nvSpPr>
        <p:spPr>
          <a:xfrm>
            <a:off x="2711624" y="3573016"/>
            <a:ext cx="2088232"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24" name="Text Placeholder 12">
            <a:extLst>
              <a:ext uri="{FF2B5EF4-FFF2-40B4-BE49-F238E27FC236}">
                <a16:creationId xmlns:a16="http://schemas.microsoft.com/office/drawing/2014/main" id="{D97F3D4F-F6AB-ED14-9484-30FEA1506137}"/>
              </a:ext>
            </a:extLst>
          </p:cNvPr>
          <p:cNvSpPr>
            <a:spLocks noGrp="1"/>
          </p:cNvSpPr>
          <p:nvPr>
            <p:ph type="body" sz="quarter" idx="29"/>
          </p:nvPr>
        </p:nvSpPr>
        <p:spPr>
          <a:xfrm>
            <a:off x="5088198" y="3573016"/>
            <a:ext cx="2015604"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25" name="Text Placeholder 12">
            <a:extLst>
              <a:ext uri="{FF2B5EF4-FFF2-40B4-BE49-F238E27FC236}">
                <a16:creationId xmlns:a16="http://schemas.microsoft.com/office/drawing/2014/main" id="{F5BB4B25-AFF9-AFEA-85BA-E387072E794C}"/>
              </a:ext>
            </a:extLst>
          </p:cNvPr>
          <p:cNvSpPr>
            <a:spLocks noGrp="1"/>
          </p:cNvSpPr>
          <p:nvPr>
            <p:ph type="body" sz="quarter" idx="30"/>
          </p:nvPr>
        </p:nvSpPr>
        <p:spPr>
          <a:xfrm>
            <a:off x="7392144" y="3573016"/>
            <a:ext cx="2088232"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26" name="Text Placeholder 12">
            <a:extLst>
              <a:ext uri="{FF2B5EF4-FFF2-40B4-BE49-F238E27FC236}">
                <a16:creationId xmlns:a16="http://schemas.microsoft.com/office/drawing/2014/main" id="{ADB44BCB-11F4-E11F-6050-6499858CFA4B}"/>
              </a:ext>
            </a:extLst>
          </p:cNvPr>
          <p:cNvSpPr>
            <a:spLocks noGrp="1"/>
          </p:cNvSpPr>
          <p:nvPr>
            <p:ph type="body" sz="quarter" idx="31"/>
          </p:nvPr>
        </p:nvSpPr>
        <p:spPr>
          <a:xfrm>
            <a:off x="9769028" y="3573016"/>
            <a:ext cx="2015604"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17" name="Text Placeholder 2">
            <a:extLst>
              <a:ext uri="{FF2B5EF4-FFF2-40B4-BE49-F238E27FC236}">
                <a16:creationId xmlns:a16="http://schemas.microsoft.com/office/drawing/2014/main" id="{60527BA6-8E7F-91F7-0FF5-EAFF7FBB237A}"/>
              </a:ext>
            </a:extLst>
          </p:cNvPr>
          <p:cNvSpPr>
            <a:spLocks noGrp="1"/>
          </p:cNvSpPr>
          <p:nvPr>
            <p:ph type="body" idx="14"/>
          </p:nvPr>
        </p:nvSpPr>
        <p:spPr>
          <a:xfrm>
            <a:off x="407988" y="1844673"/>
            <a:ext cx="1584000" cy="1584000"/>
          </a:xfrm>
          <a:prstGeom prst="ellipse">
            <a:avLst/>
          </a:prstGeom>
          <a:solidFill>
            <a:schemeClr val="accent1"/>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a:p>
        </p:txBody>
      </p:sp>
      <p:sp>
        <p:nvSpPr>
          <p:cNvPr id="18" name="Text Placeholder 2">
            <a:extLst>
              <a:ext uri="{FF2B5EF4-FFF2-40B4-BE49-F238E27FC236}">
                <a16:creationId xmlns:a16="http://schemas.microsoft.com/office/drawing/2014/main" id="{25B7FD09-6933-9B2C-E660-44271E46576A}"/>
              </a:ext>
            </a:extLst>
          </p:cNvPr>
          <p:cNvSpPr>
            <a:spLocks noGrp="1"/>
          </p:cNvSpPr>
          <p:nvPr>
            <p:ph type="body" idx="16"/>
          </p:nvPr>
        </p:nvSpPr>
        <p:spPr>
          <a:xfrm>
            <a:off x="2711607" y="1844673"/>
            <a:ext cx="1584000" cy="1584000"/>
          </a:xfrm>
          <a:prstGeom prst="ellipse">
            <a:avLst/>
          </a:prstGeom>
          <a:solidFill>
            <a:schemeClr val="accent1"/>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a:p>
        </p:txBody>
      </p:sp>
      <p:sp>
        <p:nvSpPr>
          <p:cNvPr id="20" name="Text Placeholder 2">
            <a:extLst>
              <a:ext uri="{FF2B5EF4-FFF2-40B4-BE49-F238E27FC236}">
                <a16:creationId xmlns:a16="http://schemas.microsoft.com/office/drawing/2014/main" id="{7E9BC9FF-8079-A9F7-940B-AD180B5C7111}"/>
              </a:ext>
            </a:extLst>
          </p:cNvPr>
          <p:cNvSpPr>
            <a:spLocks noGrp="1"/>
          </p:cNvSpPr>
          <p:nvPr>
            <p:ph type="body" idx="18"/>
          </p:nvPr>
        </p:nvSpPr>
        <p:spPr>
          <a:xfrm>
            <a:off x="5087880" y="1844673"/>
            <a:ext cx="1584000" cy="1584000"/>
          </a:xfrm>
          <a:prstGeom prst="ellipse">
            <a:avLst/>
          </a:prstGeom>
          <a:solidFill>
            <a:schemeClr val="accent1"/>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a:p>
        </p:txBody>
      </p:sp>
      <p:sp>
        <p:nvSpPr>
          <p:cNvPr id="21" name="Text Placeholder 2">
            <a:extLst>
              <a:ext uri="{FF2B5EF4-FFF2-40B4-BE49-F238E27FC236}">
                <a16:creationId xmlns:a16="http://schemas.microsoft.com/office/drawing/2014/main" id="{8BE256EA-AF3A-004E-60D5-EB46182584F3}"/>
              </a:ext>
            </a:extLst>
          </p:cNvPr>
          <p:cNvSpPr>
            <a:spLocks noGrp="1"/>
          </p:cNvSpPr>
          <p:nvPr>
            <p:ph type="body" idx="20"/>
          </p:nvPr>
        </p:nvSpPr>
        <p:spPr>
          <a:xfrm>
            <a:off x="7392126" y="1844673"/>
            <a:ext cx="1584000" cy="1584000"/>
          </a:xfrm>
          <a:prstGeom prst="ellipse">
            <a:avLst/>
          </a:prstGeom>
          <a:solidFill>
            <a:schemeClr val="accent1"/>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a:p>
        </p:txBody>
      </p:sp>
      <p:sp>
        <p:nvSpPr>
          <p:cNvPr id="22" name="Text Placeholder 2">
            <a:extLst>
              <a:ext uri="{FF2B5EF4-FFF2-40B4-BE49-F238E27FC236}">
                <a16:creationId xmlns:a16="http://schemas.microsoft.com/office/drawing/2014/main" id="{C3F0EB54-3301-1385-D27F-5E7B2877AC94}"/>
              </a:ext>
            </a:extLst>
          </p:cNvPr>
          <p:cNvSpPr>
            <a:spLocks noGrp="1"/>
          </p:cNvSpPr>
          <p:nvPr>
            <p:ph type="body" idx="22"/>
          </p:nvPr>
        </p:nvSpPr>
        <p:spPr>
          <a:xfrm>
            <a:off x="9768409" y="1844673"/>
            <a:ext cx="1584000" cy="1584000"/>
          </a:xfrm>
          <a:prstGeom prst="ellipse">
            <a:avLst/>
          </a:prstGeom>
          <a:solidFill>
            <a:schemeClr val="accent1"/>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a:p>
        </p:txBody>
      </p:sp>
    </p:spTree>
    <p:extLst>
      <p:ext uri="{BB962C8B-B14F-4D97-AF65-F5344CB8AC3E}">
        <p14:creationId xmlns:p14="http://schemas.microsoft.com/office/powerpoint/2010/main" val="3234328740"/>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titleOnly" preserve="1">
  <p:cSld name="Title Only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C96E9-BA5C-FE6D-29D4-7D5BDF67EBC0}"/>
              </a:ext>
            </a:extLst>
          </p:cNvPr>
          <p:cNvSpPr>
            <a:spLocks noGrp="1"/>
          </p:cNvSpPr>
          <p:nvPr>
            <p:ph type="title"/>
          </p:nvPr>
        </p:nvSpPr>
        <p:spPr/>
        <p:txBody>
          <a:bodyPr/>
          <a:lstStyle/>
          <a:p>
            <a:r>
              <a:rPr lang="en-US"/>
              <a:t>Click to edit Master title style</a:t>
            </a:r>
            <a:endParaRPr lang="fi-FI"/>
          </a:p>
        </p:txBody>
      </p:sp>
      <p:sp>
        <p:nvSpPr>
          <p:cNvPr id="3" name="Date Placeholder 2">
            <a:extLst>
              <a:ext uri="{FF2B5EF4-FFF2-40B4-BE49-F238E27FC236}">
                <a16:creationId xmlns:a16="http://schemas.microsoft.com/office/drawing/2014/main" id="{7B35A839-C462-B1DD-93DB-75C65FA0354B}"/>
              </a:ext>
            </a:extLst>
          </p:cNvPr>
          <p:cNvSpPr>
            <a:spLocks noGrp="1"/>
          </p:cNvSpPr>
          <p:nvPr>
            <p:ph type="dt" sz="half" idx="10"/>
          </p:nvPr>
        </p:nvSpPr>
        <p:spPr/>
        <p:txBody>
          <a:bodyPr/>
          <a:lstStyle/>
          <a:p>
            <a:r>
              <a:rPr lang="fi-FI"/>
              <a:t>06.05.2026</a:t>
            </a:r>
          </a:p>
        </p:txBody>
      </p:sp>
      <p:sp>
        <p:nvSpPr>
          <p:cNvPr id="4" name="Footer Placeholder 3">
            <a:extLst>
              <a:ext uri="{FF2B5EF4-FFF2-40B4-BE49-F238E27FC236}">
                <a16:creationId xmlns:a16="http://schemas.microsoft.com/office/drawing/2014/main" id="{EC323428-9C34-BE00-F14D-566DEEC4E56C}"/>
              </a:ext>
            </a:extLst>
          </p:cNvPr>
          <p:cNvSpPr>
            <a:spLocks noGrp="1"/>
          </p:cNvSpPr>
          <p:nvPr>
            <p:ph type="ftr" sz="quarter" idx="11"/>
          </p:nvPr>
        </p:nvSpPr>
        <p:spPr/>
        <p:txBody>
          <a:bodyPr/>
          <a:lstStyle/>
          <a:p>
            <a:r>
              <a:rPr lang="pt-BR"/>
              <a:t>Enrico Glerean (2026) CC-BY</a:t>
            </a:r>
            <a:endParaRPr lang="fi-FI"/>
          </a:p>
        </p:txBody>
      </p:sp>
      <p:sp>
        <p:nvSpPr>
          <p:cNvPr id="5" name="Slide Number Placeholder 4">
            <a:extLst>
              <a:ext uri="{FF2B5EF4-FFF2-40B4-BE49-F238E27FC236}">
                <a16:creationId xmlns:a16="http://schemas.microsoft.com/office/drawing/2014/main" id="{67C2FB49-CD3A-1DDD-E564-703C4FE25362}"/>
              </a:ext>
            </a:extLst>
          </p:cNvPr>
          <p:cNvSpPr>
            <a:spLocks noGrp="1"/>
          </p:cNvSpPr>
          <p:nvPr>
            <p:ph type="sldNum" sz="quarter" idx="12"/>
          </p:nvPr>
        </p:nvSpPr>
        <p:spPr/>
        <p:txBody>
          <a:bodyPr/>
          <a:lstStyle/>
          <a:p>
            <a:fld id="{D701140D-C14F-41CA-99FC-0EF83E8DA40A}" type="slidenum">
              <a:rPr lang="fi-FI" smtClean="0"/>
              <a:t>‹#›</a:t>
            </a:fld>
            <a:endParaRPr lang="fi-FI"/>
          </a:p>
        </p:txBody>
      </p:sp>
    </p:spTree>
    <p:extLst>
      <p:ext uri="{BB962C8B-B14F-4D97-AF65-F5344CB8AC3E}">
        <p14:creationId xmlns:p14="http://schemas.microsoft.com/office/powerpoint/2010/main" val="2907908084"/>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blank" preserve="1">
  <p:cSld name="Blank ">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38857C-8954-2CAC-937A-943D6443A481}"/>
              </a:ext>
            </a:extLst>
          </p:cNvPr>
          <p:cNvSpPr>
            <a:spLocks noGrp="1"/>
          </p:cNvSpPr>
          <p:nvPr>
            <p:ph type="dt" sz="half" idx="10"/>
          </p:nvPr>
        </p:nvSpPr>
        <p:spPr/>
        <p:txBody>
          <a:bodyPr/>
          <a:lstStyle/>
          <a:p>
            <a:r>
              <a:rPr lang="fi-FI"/>
              <a:t>06.05.2026</a:t>
            </a:r>
          </a:p>
        </p:txBody>
      </p:sp>
      <p:sp>
        <p:nvSpPr>
          <p:cNvPr id="3" name="Footer Placeholder 2">
            <a:extLst>
              <a:ext uri="{FF2B5EF4-FFF2-40B4-BE49-F238E27FC236}">
                <a16:creationId xmlns:a16="http://schemas.microsoft.com/office/drawing/2014/main" id="{967ABC24-E5EB-DE80-2D0D-1287AD8F112C}"/>
              </a:ext>
            </a:extLst>
          </p:cNvPr>
          <p:cNvSpPr>
            <a:spLocks noGrp="1"/>
          </p:cNvSpPr>
          <p:nvPr>
            <p:ph type="ftr" sz="quarter" idx="11"/>
          </p:nvPr>
        </p:nvSpPr>
        <p:spPr/>
        <p:txBody>
          <a:bodyPr/>
          <a:lstStyle/>
          <a:p>
            <a:r>
              <a:rPr lang="pt-BR"/>
              <a:t>Enrico Glerean (2026) CC-BY</a:t>
            </a:r>
            <a:endParaRPr lang="fi-FI"/>
          </a:p>
        </p:txBody>
      </p:sp>
      <p:sp>
        <p:nvSpPr>
          <p:cNvPr id="4" name="Slide Number Placeholder 3">
            <a:extLst>
              <a:ext uri="{FF2B5EF4-FFF2-40B4-BE49-F238E27FC236}">
                <a16:creationId xmlns:a16="http://schemas.microsoft.com/office/drawing/2014/main" id="{9253041E-A4B9-C59D-237D-00ECB5319199}"/>
              </a:ext>
            </a:extLst>
          </p:cNvPr>
          <p:cNvSpPr>
            <a:spLocks noGrp="1"/>
          </p:cNvSpPr>
          <p:nvPr>
            <p:ph type="sldNum" sz="quarter" idx="12"/>
          </p:nvPr>
        </p:nvSpPr>
        <p:spPr/>
        <p:txBody>
          <a:bodyPr/>
          <a:lstStyle/>
          <a:p>
            <a:fld id="{D701140D-C14F-41CA-99FC-0EF83E8DA40A}" type="slidenum">
              <a:rPr lang="fi-FI" smtClean="0"/>
              <a:t>‹#›</a:t>
            </a:fld>
            <a:endParaRPr lang="fi-FI"/>
          </a:p>
        </p:txBody>
      </p:sp>
    </p:spTree>
    <p:extLst>
      <p:ext uri="{BB962C8B-B14F-4D97-AF65-F5344CB8AC3E}">
        <p14:creationId xmlns:p14="http://schemas.microsoft.com/office/powerpoint/2010/main" val="3930689830"/>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type="titleOnly" preserve="1">
  <p:cSld name="Title Only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C96E9-BA5C-FE6D-29D4-7D5BDF67EBC0}"/>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fi-FI"/>
          </a:p>
        </p:txBody>
      </p:sp>
      <p:sp>
        <p:nvSpPr>
          <p:cNvPr id="3" name="Date Placeholder 2">
            <a:extLst>
              <a:ext uri="{FF2B5EF4-FFF2-40B4-BE49-F238E27FC236}">
                <a16:creationId xmlns:a16="http://schemas.microsoft.com/office/drawing/2014/main" id="{7B35A839-C462-B1DD-93DB-75C65FA0354B}"/>
              </a:ext>
            </a:extLst>
          </p:cNvPr>
          <p:cNvSpPr>
            <a:spLocks noGrp="1"/>
          </p:cNvSpPr>
          <p:nvPr>
            <p:ph type="dt" sz="half" idx="10"/>
          </p:nvPr>
        </p:nvSpPr>
        <p:spPr/>
        <p:txBody>
          <a:bodyPr/>
          <a:lstStyle>
            <a:lvl1pPr>
              <a:defRPr>
                <a:solidFill>
                  <a:schemeClr val="bg1"/>
                </a:solidFill>
              </a:defRPr>
            </a:lvl1pPr>
          </a:lstStyle>
          <a:p>
            <a:r>
              <a:rPr lang="fi-FI"/>
              <a:t>06.05.2026</a:t>
            </a:r>
          </a:p>
        </p:txBody>
      </p:sp>
      <p:sp>
        <p:nvSpPr>
          <p:cNvPr id="4" name="Footer Placeholder 3">
            <a:extLst>
              <a:ext uri="{FF2B5EF4-FFF2-40B4-BE49-F238E27FC236}">
                <a16:creationId xmlns:a16="http://schemas.microsoft.com/office/drawing/2014/main" id="{EC323428-9C34-BE00-F14D-566DEEC4E56C}"/>
              </a:ext>
            </a:extLst>
          </p:cNvPr>
          <p:cNvSpPr>
            <a:spLocks noGrp="1"/>
          </p:cNvSpPr>
          <p:nvPr>
            <p:ph type="ftr" sz="quarter" idx="11"/>
          </p:nvPr>
        </p:nvSpPr>
        <p:spPr/>
        <p:txBody>
          <a:bodyPr/>
          <a:lstStyle>
            <a:lvl1pPr>
              <a:defRPr>
                <a:solidFill>
                  <a:schemeClr val="bg1"/>
                </a:solidFill>
              </a:defRPr>
            </a:lvl1pPr>
          </a:lstStyle>
          <a:p>
            <a:r>
              <a:rPr lang="pt-BR"/>
              <a:t>Enrico Glerean (2026) CC-BY</a:t>
            </a:r>
            <a:endParaRPr lang="fi-FI"/>
          </a:p>
        </p:txBody>
      </p:sp>
      <p:sp>
        <p:nvSpPr>
          <p:cNvPr id="5" name="Slide Number Placeholder 4">
            <a:extLst>
              <a:ext uri="{FF2B5EF4-FFF2-40B4-BE49-F238E27FC236}">
                <a16:creationId xmlns:a16="http://schemas.microsoft.com/office/drawing/2014/main" id="{67C2FB49-CD3A-1DDD-E564-703C4FE25362}"/>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6" name="Freeform 5">
            <a:extLst>
              <a:ext uri="{FF2B5EF4-FFF2-40B4-BE49-F238E27FC236}">
                <a16:creationId xmlns:a16="http://schemas.microsoft.com/office/drawing/2014/main" id="{084BE95A-A922-2BF2-1E8C-87BF84158BE3}"/>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Tree>
    <p:extLst>
      <p:ext uri="{BB962C8B-B14F-4D97-AF65-F5344CB8AC3E}">
        <p14:creationId xmlns:p14="http://schemas.microsoft.com/office/powerpoint/2010/main" val="544485588"/>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type="blank" preserve="1">
  <p:cSld name="Blank Black">
    <p:bg>
      <p:bgPr>
        <a:solidFill>
          <a:schemeClr val="tx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38857C-8954-2CAC-937A-943D6443A481}"/>
              </a:ext>
            </a:extLst>
          </p:cNvPr>
          <p:cNvSpPr>
            <a:spLocks noGrp="1"/>
          </p:cNvSpPr>
          <p:nvPr>
            <p:ph type="dt" sz="half" idx="10"/>
          </p:nvPr>
        </p:nvSpPr>
        <p:spPr/>
        <p:txBody>
          <a:bodyPr/>
          <a:lstStyle>
            <a:lvl1pPr>
              <a:defRPr>
                <a:solidFill>
                  <a:schemeClr val="bg1"/>
                </a:solidFill>
              </a:defRPr>
            </a:lvl1pPr>
          </a:lstStyle>
          <a:p>
            <a:r>
              <a:rPr lang="fi-FI"/>
              <a:t>06.05.2026</a:t>
            </a:r>
          </a:p>
        </p:txBody>
      </p:sp>
      <p:sp>
        <p:nvSpPr>
          <p:cNvPr id="3" name="Footer Placeholder 2">
            <a:extLst>
              <a:ext uri="{FF2B5EF4-FFF2-40B4-BE49-F238E27FC236}">
                <a16:creationId xmlns:a16="http://schemas.microsoft.com/office/drawing/2014/main" id="{967ABC24-E5EB-DE80-2D0D-1287AD8F112C}"/>
              </a:ext>
            </a:extLst>
          </p:cNvPr>
          <p:cNvSpPr>
            <a:spLocks noGrp="1"/>
          </p:cNvSpPr>
          <p:nvPr>
            <p:ph type="ftr" sz="quarter" idx="11"/>
          </p:nvPr>
        </p:nvSpPr>
        <p:spPr/>
        <p:txBody>
          <a:bodyPr/>
          <a:lstStyle>
            <a:lvl1pPr>
              <a:defRPr>
                <a:solidFill>
                  <a:schemeClr val="bg1"/>
                </a:solidFill>
              </a:defRPr>
            </a:lvl1pPr>
          </a:lstStyle>
          <a:p>
            <a:r>
              <a:rPr lang="pt-BR"/>
              <a:t>Enrico Glerean (2026) CC-BY</a:t>
            </a:r>
            <a:endParaRPr lang="fi-FI"/>
          </a:p>
        </p:txBody>
      </p:sp>
      <p:sp>
        <p:nvSpPr>
          <p:cNvPr id="4" name="Slide Number Placeholder 3">
            <a:extLst>
              <a:ext uri="{FF2B5EF4-FFF2-40B4-BE49-F238E27FC236}">
                <a16:creationId xmlns:a16="http://schemas.microsoft.com/office/drawing/2014/main" id="{9253041E-A4B9-C59D-237D-00ECB5319199}"/>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5" name="Freeform 5">
            <a:extLst>
              <a:ext uri="{FF2B5EF4-FFF2-40B4-BE49-F238E27FC236}">
                <a16:creationId xmlns:a16="http://schemas.microsoft.com/office/drawing/2014/main" id="{70EE8852-CD7C-BD4D-4DA0-21C63C2F15A6}"/>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Tree>
    <p:extLst>
      <p:ext uri="{BB962C8B-B14F-4D97-AF65-F5344CB8AC3E}">
        <p14:creationId xmlns:p14="http://schemas.microsoft.com/office/powerpoint/2010/main" val="2845933790"/>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preserve="1">
  <p:cSld name="Thank you ">
    <p:bg>
      <p:bgPr>
        <a:solidFill>
          <a:schemeClr val="tx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74A4D6E-EA47-4FB6-4842-6266F7987D40}"/>
              </a:ext>
            </a:extLst>
          </p:cNvPr>
          <p:cNvSpPr/>
          <p:nvPr/>
        </p:nvSpPr>
        <p:spPr>
          <a:xfrm>
            <a:off x="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6" name="Freeform 5">
            <a:extLst>
              <a:ext uri="{FF2B5EF4-FFF2-40B4-BE49-F238E27FC236}">
                <a16:creationId xmlns:a16="http://schemas.microsoft.com/office/drawing/2014/main" id="{4E379A93-4718-A4A6-52FF-0770DDE1FB8E}"/>
              </a:ext>
            </a:extLst>
          </p:cNvPr>
          <p:cNvSpPr>
            <a:spLocks noChangeAspect="1" noEditPoints="1"/>
          </p:cNvSpPr>
          <p:nvPr/>
        </p:nvSpPr>
        <p:spPr bwMode="auto">
          <a:xfrm>
            <a:off x="407988" y="2805066"/>
            <a:ext cx="4895924" cy="3648121"/>
          </a:xfrm>
          <a:custGeom>
            <a:avLst/>
            <a:gdLst>
              <a:gd name="T0" fmla="*/ 6475 w 6475"/>
              <a:gd name="T1" fmla="*/ 1671 h 4824"/>
              <a:gd name="T2" fmla="*/ 6332 w 6475"/>
              <a:gd name="T3" fmla="*/ 2506 h 4824"/>
              <a:gd name="T4" fmla="*/ 6191 w 6475"/>
              <a:gd name="T5" fmla="*/ 3343 h 4824"/>
              <a:gd name="T6" fmla="*/ 5547 w 6475"/>
              <a:gd name="T7" fmla="*/ 3343 h 4824"/>
              <a:gd name="T8" fmla="*/ 5428 w 6475"/>
              <a:gd name="T9" fmla="*/ 2506 h 4824"/>
              <a:gd name="T10" fmla="*/ 5309 w 6475"/>
              <a:gd name="T11" fmla="*/ 1671 h 4824"/>
              <a:gd name="T12" fmla="*/ 5309 w 6475"/>
              <a:gd name="T13" fmla="*/ 835 h 4824"/>
              <a:gd name="T14" fmla="*/ 5309 w 6475"/>
              <a:gd name="T15" fmla="*/ 0 h 4824"/>
              <a:gd name="T16" fmla="*/ 5892 w 6475"/>
              <a:gd name="T17" fmla="*/ 0 h 4824"/>
              <a:gd name="T18" fmla="*/ 6475 w 6475"/>
              <a:gd name="T19" fmla="*/ 0 h 4824"/>
              <a:gd name="T20" fmla="*/ 6475 w 6475"/>
              <a:gd name="T21" fmla="*/ 835 h 4824"/>
              <a:gd name="T22" fmla="*/ 6475 w 6475"/>
              <a:gd name="T23" fmla="*/ 1671 h 4824"/>
              <a:gd name="T24" fmla="*/ 3041 w 6475"/>
              <a:gd name="T25" fmla="*/ 3007 h 4824"/>
              <a:gd name="T26" fmla="*/ 2742 w 6475"/>
              <a:gd name="T27" fmla="*/ 2147 h 4824"/>
              <a:gd name="T28" fmla="*/ 2444 w 6475"/>
              <a:gd name="T29" fmla="*/ 1289 h 4824"/>
              <a:gd name="T30" fmla="*/ 2145 w 6475"/>
              <a:gd name="T31" fmla="*/ 2147 h 4824"/>
              <a:gd name="T32" fmla="*/ 1847 w 6475"/>
              <a:gd name="T33" fmla="*/ 3007 h 4824"/>
              <a:gd name="T34" fmla="*/ 2444 w 6475"/>
              <a:gd name="T35" fmla="*/ 3007 h 4824"/>
              <a:gd name="T36" fmla="*/ 3041 w 6475"/>
              <a:gd name="T37" fmla="*/ 3007 h 4824"/>
              <a:gd name="T38" fmla="*/ 4887 w 6475"/>
              <a:gd name="T39" fmla="*/ 4824 h 4824"/>
              <a:gd name="T40" fmla="*/ 4278 w 6475"/>
              <a:gd name="T41" fmla="*/ 4824 h 4824"/>
              <a:gd name="T42" fmla="*/ 3671 w 6475"/>
              <a:gd name="T43" fmla="*/ 4824 h 4824"/>
              <a:gd name="T44" fmla="*/ 3375 w 6475"/>
              <a:gd name="T45" fmla="*/ 3971 h 4824"/>
              <a:gd name="T46" fmla="*/ 2444 w 6475"/>
              <a:gd name="T47" fmla="*/ 3971 h 4824"/>
              <a:gd name="T48" fmla="*/ 1513 w 6475"/>
              <a:gd name="T49" fmla="*/ 3971 h 4824"/>
              <a:gd name="T50" fmla="*/ 1216 w 6475"/>
              <a:gd name="T51" fmla="*/ 4824 h 4824"/>
              <a:gd name="T52" fmla="*/ 607 w 6475"/>
              <a:gd name="T53" fmla="*/ 4824 h 4824"/>
              <a:gd name="T54" fmla="*/ 0 w 6475"/>
              <a:gd name="T55" fmla="*/ 4824 h 4824"/>
              <a:gd name="T56" fmla="*/ 214 w 6475"/>
              <a:gd name="T57" fmla="*/ 4221 h 4824"/>
              <a:gd name="T58" fmla="*/ 427 w 6475"/>
              <a:gd name="T59" fmla="*/ 3618 h 4824"/>
              <a:gd name="T60" fmla="*/ 641 w 6475"/>
              <a:gd name="T61" fmla="*/ 3015 h 4824"/>
              <a:gd name="T62" fmla="*/ 856 w 6475"/>
              <a:gd name="T63" fmla="*/ 2412 h 4824"/>
              <a:gd name="T64" fmla="*/ 1070 w 6475"/>
              <a:gd name="T65" fmla="*/ 1809 h 4824"/>
              <a:gd name="T66" fmla="*/ 1285 w 6475"/>
              <a:gd name="T67" fmla="*/ 1206 h 4824"/>
              <a:gd name="T68" fmla="*/ 1499 w 6475"/>
              <a:gd name="T69" fmla="*/ 603 h 4824"/>
              <a:gd name="T70" fmla="*/ 1714 w 6475"/>
              <a:gd name="T71" fmla="*/ 0 h 4824"/>
              <a:gd name="T72" fmla="*/ 2443 w 6475"/>
              <a:gd name="T73" fmla="*/ 0 h 4824"/>
              <a:gd name="T74" fmla="*/ 3173 w 6475"/>
              <a:gd name="T75" fmla="*/ 0 h 4824"/>
              <a:gd name="T76" fmla="*/ 3387 w 6475"/>
              <a:gd name="T77" fmla="*/ 603 h 4824"/>
              <a:gd name="T78" fmla="*/ 3601 w 6475"/>
              <a:gd name="T79" fmla="*/ 1206 h 4824"/>
              <a:gd name="T80" fmla="*/ 3814 w 6475"/>
              <a:gd name="T81" fmla="*/ 1809 h 4824"/>
              <a:gd name="T82" fmla="*/ 4029 w 6475"/>
              <a:gd name="T83" fmla="*/ 2412 h 4824"/>
              <a:gd name="T84" fmla="*/ 4243 w 6475"/>
              <a:gd name="T85" fmla="*/ 3015 h 4824"/>
              <a:gd name="T86" fmla="*/ 4458 w 6475"/>
              <a:gd name="T87" fmla="*/ 3618 h 4824"/>
              <a:gd name="T88" fmla="*/ 4672 w 6475"/>
              <a:gd name="T89" fmla="*/ 4221 h 4824"/>
              <a:gd name="T90" fmla="*/ 4887 w 6475"/>
              <a:gd name="T91" fmla="*/ 4824 h 4824"/>
              <a:gd name="T92" fmla="*/ 5343 w 6475"/>
              <a:gd name="T93" fmla="*/ 4824 h 4824"/>
              <a:gd name="T94" fmla="*/ 5343 w 6475"/>
              <a:gd name="T95" fmla="*/ 4277 h 4824"/>
              <a:gd name="T96" fmla="*/ 5343 w 6475"/>
              <a:gd name="T97" fmla="*/ 3730 h 4824"/>
              <a:gd name="T98" fmla="*/ 5891 w 6475"/>
              <a:gd name="T99" fmla="*/ 3730 h 4824"/>
              <a:gd name="T100" fmla="*/ 6440 w 6475"/>
              <a:gd name="T101" fmla="*/ 3730 h 4824"/>
              <a:gd name="T102" fmla="*/ 6440 w 6475"/>
              <a:gd name="T103" fmla="*/ 4277 h 4824"/>
              <a:gd name="T104" fmla="*/ 6440 w 6475"/>
              <a:gd name="T105" fmla="*/ 4824 h 4824"/>
              <a:gd name="T106" fmla="*/ 5891 w 6475"/>
              <a:gd name="T107" fmla="*/ 4824 h 4824"/>
              <a:gd name="T108" fmla="*/ 5343 w 6475"/>
              <a:gd name="T109" fmla="*/ 4824 h 48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475" h="4824">
                <a:moveTo>
                  <a:pt x="6475" y="1671"/>
                </a:moveTo>
                <a:lnTo>
                  <a:pt x="6332" y="2506"/>
                </a:lnTo>
                <a:lnTo>
                  <a:pt x="6191" y="3343"/>
                </a:lnTo>
                <a:lnTo>
                  <a:pt x="5547" y="3343"/>
                </a:lnTo>
                <a:lnTo>
                  <a:pt x="5428" y="2506"/>
                </a:lnTo>
                <a:lnTo>
                  <a:pt x="5309" y="1671"/>
                </a:lnTo>
                <a:lnTo>
                  <a:pt x="5309" y="835"/>
                </a:lnTo>
                <a:lnTo>
                  <a:pt x="5309" y="0"/>
                </a:lnTo>
                <a:lnTo>
                  <a:pt x="5892" y="0"/>
                </a:lnTo>
                <a:lnTo>
                  <a:pt x="6475" y="0"/>
                </a:lnTo>
                <a:lnTo>
                  <a:pt x="6475" y="835"/>
                </a:lnTo>
                <a:lnTo>
                  <a:pt x="6475" y="1671"/>
                </a:lnTo>
                <a:close/>
                <a:moveTo>
                  <a:pt x="3041" y="3007"/>
                </a:moveTo>
                <a:lnTo>
                  <a:pt x="2742" y="2147"/>
                </a:lnTo>
                <a:lnTo>
                  <a:pt x="2444" y="1289"/>
                </a:lnTo>
                <a:lnTo>
                  <a:pt x="2145" y="2147"/>
                </a:lnTo>
                <a:lnTo>
                  <a:pt x="1847" y="3007"/>
                </a:lnTo>
                <a:lnTo>
                  <a:pt x="2444" y="3007"/>
                </a:lnTo>
                <a:lnTo>
                  <a:pt x="3041" y="3007"/>
                </a:lnTo>
                <a:close/>
                <a:moveTo>
                  <a:pt x="4887" y="4824"/>
                </a:moveTo>
                <a:lnTo>
                  <a:pt x="4278" y="4824"/>
                </a:lnTo>
                <a:lnTo>
                  <a:pt x="3671" y="4824"/>
                </a:lnTo>
                <a:lnTo>
                  <a:pt x="3375" y="3971"/>
                </a:lnTo>
                <a:lnTo>
                  <a:pt x="2444" y="3971"/>
                </a:lnTo>
                <a:lnTo>
                  <a:pt x="1513" y="3971"/>
                </a:lnTo>
                <a:lnTo>
                  <a:pt x="1216" y="4824"/>
                </a:lnTo>
                <a:lnTo>
                  <a:pt x="607" y="4824"/>
                </a:lnTo>
                <a:lnTo>
                  <a:pt x="0" y="4824"/>
                </a:lnTo>
                <a:lnTo>
                  <a:pt x="214" y="4221"/>
                </a:lnTo>
                <a:lnTo>
                  <a:pt x="427" y="3618"/>
                </a:lnTo>
                <a:lnTo>
                  <a:pt x="641" y="3015"/>
                </a:lnTo>
                <a:lnTo>
                  <a:pt x="856" y="2412"/>
                </a:lnTo>
                <a:lnTo>
                  <a:pt x="1070" y="1809"/>
                </a:lnTo>
                <a:lnTo>
                  <a:pt x="1285" y="1206"/>
                </a:lnTo>
                <a:lnTo>
                  <a:pt x="1499" y="603"/>
                </a:lnTo>
                <a:lnTo>
                  <a:pt x="1714" y="0"/>
                </a:lnTo>
                <a:lnTo>
                  <a:pt x="2443" y="0"/>
                </a:lnTo>
                <a:lnTo>
                  <a:pt x="3173" y="0"/>
                </a:lnTo>
                <a:lnTo>
                  <a:pt x="3387" y="603"/>
                </a:lnTo>
                <a:lnTo>
                  <a:pt x="3601" y="1206"/>
                </a:lnTo>
                <a:lnTo>
                  <a:pt x="3814" y="1809"/>
                </a:lnTo>
                <a:lnTo>
                  <a:pt x="4029" y="2412"/>
                </a:lnTo>
                <a:lnTo>
                  <a:pt x="4243" y="3015"/>
                </a:lnTo>
                <a:lnTo>
                  <a:pt x="4458" y="3618"/>
                </a:lnTo>
                <a:lnTo>
                  <a:pt x="4672" y="4221"/>
                </a:lnTo>
                <a:lnTo>
                  <a:pt x="4887" y="4824"/>
                </a:lnTo>
                <a:close/>
                <a:moveTo>
                  <a:pt x="5343" y="4824"/>
                </a:moveTo>
                <a:lnTo>
                  <a:pt x="5343" y="4277"/>
                </a:lnTo>
                <a:lnTo>
                  <a:pt x="5343" y="3730"/>
                </a:lnTo>
                <a:lnTo>
                  <a:pt x="5891" y="3730"/>
                </a:lnTo>
                <a:lnTo>
                  <a:pt x="6440" y="3730"/>
                </a:lnTo>
                <a:lnTo>
                  <a:pt x="6440" y="4277"/>
                </a:lnTo>
                <a:lnTo>
                  <a:pt x="6440" y="4824"/>
                </a:lnTo>
                <a:lnTo>
                  <a:pt x="5891" y="4824"/>
                </a:lnTo>
                <a:lnTo>
                  <a:pt x="5343" y="48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TextBox 12">
            <a:extLst>
              <a:ext uri="{FF2B5EF4-FFF2-40B4-BE49-F238E27FC236}">
                <a16:creationId xmlns:a16="http://schemas.microsoft.com/office/drawing/2014/main" id="{97C8E3E2-A6A7-5047-7F76-5A852C28CC12}"/>
              </a:ext>
            </a:extLst>
          </p:cNvPr>
          <p:cNvSpPr txBox="1"/>
          <p:nvPr/>
        </p:nvSpPr>
        <p:spPr>
          <a:xfrm>
            <a:off x="6456040" y="2249172"/>
            <a:ext cx="1512168" cy="504000"/>
          </a:xfrm>
          <a:prstGeom prst="rect">
            <a:avLst/>
          </a:prstGeom>
          <a:noFill/>
        </p:spPr>
        <p:txBody>
          <a:bodyPr wrap="none" lIns="0" tIns="0" rIns="0" bIns="0" rtlCol="0" anchor="b" anchorCtr="0">
            <a:noAutofit/>
          </a:bodyPr>
          <a:lstStyle/>
          <a:p>
            <a:pPr algn="l"/>
            <a:r>
              <a:rPr lang="en-US" sz="3200">
                <a:solidFill>
                  <a:schemeClr val="bg1"/>
                </a:solidFill>
                <a:latin typeface="+mj-lt"/>
              </a:rPr>
              <a:t>Kiitos</a:t>
            </a:r>
          </a:p>
        </p:txBody>
      </p:sp>
      <p:sp>
        <p:nvSpPr>
          <p:cNvPr id="2" name="Date Placeholder 1">
            <a:extLst>
              <a:ext uri="{FF2B5EF4-FFF2-40B4-BE49-F238E27FC236}">
                <a16:creationId xmlns:a16="http://schemas.microsoft.com/office/drawing/2014/main" id="{5819FAC3-FDFD-0982-174D-64BFD817B086}"/>
              </a:ext>
            </a:extLst>
          </p:cNvPr>
          <p:cNvSpPr>
            <a:spLocks noGrp="1"/>
          </p:cNvSpPr>
          <p:nvPr>
            <p:ph type="dt" sz="half" idx="14"/>
          </p:nvPr>
        </p:nvSpPr>
        <p:spPr/>
        <p:txBody>
          <a:bodyPr/>
          <a:lstStyle>
            <a:lvl1pPr>
              <a:defRPr>
                <a:solidFill>
                  <a:schemeClr val="bg1"/>
                </a:solidFill>
              </a:defRPr>
            </a:lvl1pPr>
          </a:lstStyle>
          <a:p>
            <a:r>
              <a:rPr lang="fi-FI"/>
              <a:t>06.05.2026</a:t>
            </a:r>
          </a:p>
        </p:txBody>
      </p:sp>
      <p:sp>
        <p:nvSpPr>
          <p:cNvPr id="3" name="Footer Placeholder 2">
            <a:extLst>
              <a:ext uri="{FF2B5EF4-FFF2-40B4-BE49-F238E27FC236}">
                <a16:creationId xmlns:a16="http://schemas.microsoft.com/office/drawing/2014/main" id="{D2BF6814-EA9F-9642-988B-BA0DCA001BE0}"/>
              </a:ext>
            </a:extLst>
          </p:cNvPr>
          <p:cNvSpPr>
            <a:spLocks noGrp="1"/>
          </p:cNvSpPr>
          <p:nvPr>
            <p:ph type="ftr" sz="quarter" idx="15"/>
          </p:nvPr>
        </p:nvSpPr>
        <p:spPr/>
        <p:txBody>
          <a:bodyPr/>
          <a:lstStyle>
            <a:lvl1pPr>
              <a:defRPr>
                <a:solidFill>
                  <a:schemeClr val="bg1"/>
                </a:solidFill>
              </a:defRPr>
            </a:lvl1pPr>
          </a:lstStyle>
          <a:p>
            <a:r>
              <a:rPr lang="pt-BR"/>
              <a:t>Enrico Glerean (2026) CC-BY</a:t>
            </a:r>
            <a:endParaRPr lang="fi-FI"/>
          </a:p>
        </p:txBody>
      </p:sp>
      <p:sp>
        <p:nvSpPr>
          <p:cNvPr id="4" name="Slide Number Placeholder 3">
            <a:extLst>
              <a:ext uri="{FF2B5EF4-FFF2-40B4-BE49-F238E27FC236}">
                <a16:creationId xmlns:a16="http://schemas.microsoft.com/office/drawing/2014/main" id="{F594FCAF-E233-9309-B54B-CAB9B5DA075B}"/>
              </a:ext>
            </a:extLst>
          </p:cNvPr>
          <p:cNvSpPr>
            <a:spLocks noGrp="1"/>
          </p:cNvSpPr>
          <p:nvPr>
            <p:ph type="sldNum" sz="quarter" idx="16"/>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5" name="TextBox 4">
            <a:hlinkClick r:id="rId2"/>
            <a:extLst>
              <a:ext uri="{FF2B5EF4-FFF2-40B4-BE49-F238E27FC236}">
                <a16:creationId xmlns:a16="http://schemas.microsoft.com/office/drawing/2014/main" id="{165C98D3-985C-5D09-0F62-234BE3AB58C3}"/>
              </a:ext>
            </a:extLst>
          </p:cNvPr>
          <p:cNvSpPr txBox="1"/>
          <p:nvPr/>
        </p:nvSpPr>
        <p:spPr>
          <a:xfrm>
            <a:off x="6456040" y="2769778"/>
            <a:ext cx="1438214" cy="443198"/>
          </a:xfrm>
          <a:prstGeom prst="rect">
            <a:avLst/>
          </a:prstGeom>
        </p:spPr>
        <p:txBody>
          <a:bodyPr vert="horz" wrap="square" lIns="0" tIns="0" rIns="0" bIns="0" rtlCol="0" anchor="t" anchorCtr="0">
            <a:spAutoFit/>
          </a:bodyPr>
          <a:lstStyle>
            <a:lvl1pPr lvl="0" indent="0">
              <a:lnSpc>
                <a:spcPct val="90000"/>
              </a:lnSpc>
              <a:spcBef>
                <a:spcPts val="800"/>
              </a:spcBef>
              <a:buFontTx/>
              <a:buNone/>
              <a:defRPr sz="3000" b="1" spc="-50" baseline="0">
                <a:latin typeface="+mj-lt"/>
              </a:defRPr>
            </a:lvl1pPr>
            <a:lvl2pPr marL="266700" indent="-266700">
              <a:lnSpc>
                <a:spcPct val="100000"/>
              </a:lnSpc>
              <a:spcBef>
                <a:spcPts val="800"/>
              </a:spcBef>
              <a:buFont typeface="Arial" panose="020B0604020202020204" pitchFamily="34" charset="0"/>
              <a:buChar char="•"/>
              <a:defRPr sz="2000"/>
            </a:lvl2pPr>
            <a:lvl3pPr marL="542925" indent="-276225">
              <a:lnSpc>
                <a:spcPct val="100000"/>
              </a:lnSpc>
              <a:spcBef>
                <a:spcPts val="800"/>
              </a:spcBef>
              <a:buFont typeface="Arial" panose="020B0604020202020204" pitchFamily="34" charset="0"/>
              <a:buChar char="•"/>
            </a:lvl3pPr>
            <a:lvl4pPr marL="809625" indent="-266700">
              <a:lnSpc>
                <a:spcPct val="100000"/>
              </a:lnSpc>
              <a:spcBef>
                <a:spcPts val="800"/>
              </a:spcBef>
              <a:buFont typeface="Arial" panose="020B0604020202020204" pitchFamily="34" charset="0"/>
              <a:buChar char="•"/>
            </a:lvl4pPr>
            <a:lvl5pPr marL="1076325" indent="-266700">
              <a:lnSpc>
                <a:spcPct val="100000"/>
              </a:lnSpc>
              <a:spcBef>
                <a:spcPts val="800"/>
              </a:spcBef>
              <a:buFont typeface="Arial" panose="020B0604020202020204" pitchFamily="34" charset="0"/>
              <a:buChar char="•"/>
            </a:lvl5pPr>
            <a:lvl6pPr marL="1343025" indent="-266700">
              <a:lnSpc>
                <a:spcPct val="100000"/>
              </a:lnSpc>
              <a:spcBef>
                <a:spcPts val="800"/>
              </a:spcBef>
              <a:buFont typeface="Arial" panose="020B0604020202020204" pitchFamily="34" charset="0"/>
              <a:buChar char="•"/>
            </a:lvl6pPr>
            <a:lvl7pPr marL="1619250" indent="-276225">
              <a:lnSpc>
                <a:spcPct val="100000"/>
              </a:lnSpc>
              <a:spcBef>
                <a:spcPts val="800"/>
              </a:spcBef>
              <a:buFont typeface="Arial" panose="020B0604020202020204" pitchFamily="34" charset="0"/>
              <a:buChar char="•"/>
            </a:lvl7pPr>
            <a:lvl8pPr marL="1885950" indent="-266700">
              <a:lnSpc>
                <a:spcPct val="100000"/>
              </a:lnSpc>
              <a:spcBef>
                <a:spcPts val="800"/>
              </a:spcBef>
              <a:buFont typeface="Arial" panose="020B0604020202020204" pitchFamily="34" charset="0"/>
              <a:buChar char="•"/>
            </a:lvl8pPr>
            <a:lvl9pPr marL="2152650" indent="-266700">
              <a:lnSpc>
                <a:spcPct val="100000"/>
              </a:lnSpc>
              <a:spcBef>
                <a:spcPts val="800"/>
              </a:spcBef>
              <a:buFont typeface="Arial" panose="020B0604020202020204" pitchFamily="34" charset="0"/>
              <a:buChar char="•"/>
            </a:lvl9pPr>
          </a:lstStyle>
          <a:p>
            <a:pPr lvl="0"/>
            <a:r>
              <a:rPr lang="en-GB" sz="3200">
                <a:solidFill>
                  <a:schemeClr val="bg1"/>
                </a:solidFill>
              </a:rPr>
              <a:t>aalto.fi</a:t>
            </a:r>
          </a:p>
        </p:txBody>
      </p:sp>
      <p:cxnSp>
        <p:nvCxnSpPr>
          <p:cNvPr id="7" name="Straight Connector 6">
            <a:extLst>
              <a:ext uri="{FF2B5EF4-FFF2-40B4-BE49-F238E27FC236}">
                <a16:creationId xmlns:a16="http://schemas.microsoft.com/office/drawing/2014/main" id="{8CE981A1-63EF-5A62-16BF-911E556C4D71}"/>
              </a:ext>
            </a:extLst>
          </p:cNvPr>
          <p:cNvCxnSpPr>
            <a:cxnSpLocks/>
          </p:cNvCxnSpPr>
          <p:nvPr/>
        </p:nvCxnSpPr>
        <p:spPr>
          <a:xfrm>
            <a:off x="6448576" y="2004866"/>
            <a:ext cx="3960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8966908"/>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p:cSld name="Thank you Blue">
    <p:bg>
      <p:bgPr>
        <a:solidFill>
          <a:schemeClr val="accent3"/>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74A4D6E-EA47-4FB6-4842-6266F7987D40}"/>
              </a:ext>
            </a:extLst>
          </p:cNvPr>
          <p:cNvSpPr/>
          <p:nvPr/>
        </p:nvSpPr>
        <p:spPr>
          <a:xfrm>
            <a:off x="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6" name="Freeform 5">
            <a:extLst>
              <a:ext uri="{FF2B5EF4-FFF2-40B4-BE49-F238E27FC236}">
                <a16:creationId xmlns:a16="http://schemas.microsoft.com/office/drawing/2014/main" id="{4E379A93-4718-A4A6-52FF-0770DDE1FB8E}"/>
              </a:ext>
            </a:extLst>
          </p:cNvPr>
          <p:cNvSpPr>
            <a:spLocks noChangeAspect="1" noEditPoints="1"/>
          </p:cNvSpPr>
          <p:nvPr/>
        </p:nvSpPr>
        <p:spPr bwMode="auto">
          <a:xfrm>
            <a:off x="407988" y="2805066"/>
            <a:ext cx="4895924" cy="3648121"/>
          </a:xfrm>
          <a:custGeom>
            <a:avLst/>
            <a:gdLst>
              <a:gd name="T0" fmla="*/ 6475 w 6475"/>
              <a:gd name="T1" fmla="*/ 1671 h 4824"/>
              <a:gd name="T2" fmla="*/ 6332 w 6475"/>
              <a:gd name="T3" fmla="*/ 2506 h 4824"/>
              <a:gd name="T4" fmla="*/ 6191 w 6475"/>
              <a:gd name="T5" fmla="*/ 3343 h 4824"/>
              <a:gd name="T6" fmla="*/ 5547 w 6475"/>
              <a:gd name="T7" fmla="*/ 3343 h 4824"/>
              <a:gd name="T8" fmla="*/ 5428 w 6475"/>
              <a:gd name="T9" fmla="*/ 2506 h 4824"/>
              <a:gd name="T10" fmla="*/ 5309 w 6475"/>
              <a:gd name="T11" fmla="*/ 1671 h 4824"/>
              <a:gd name="T12" fmla="*/ 5309 w 6475"/>
              <a:gd name="T13" fmla="*/ 835 h 4824"/>
              <a:gd name="T14" fmla="*/ 5309 w 6475"/>
              <a:gd name="T15" fmla="*/ 0 h 4824"/>
              <a:gd name="T16" fmla="*/ 5892 w 6475"/>
              <a:gd name="T17" fmla="*/ 0 h 4824"/>
              <a:gd name="T18" fmla="*/ 6475 w 6475"/>
              <a:gd name="T19" fmla="*/ 0 h 4824"/>
              <a:gd name="T20" fmla="*/ 6475 w 6475"/>
              <a:gd name="T21" fmla="*/ 835 h 4824"/>
              <a:gd name="T22" fmla="*/ 6475 w 6475"/>
              <a:gd name="T23" fmla="*/ 1671 h 4824"/>
              <a:gd name="T24" fmla="*/ 3041 w 6475"/>
              <a:gd name="T25" fmla="*/ 3007 h 4824"/>
              <a:gd name="T26" fmla="*/ 2742 w 6475"/>
              <a:gd name="T27" fmla="*/ 2147 h 4824"/>
              <a:gd name="T28" fmla="*/ 2444 w 6475"/>
              <a:gd name="T29" fmla="*/ 1289 h 4824"/>
              <a:gd name="T30" fmla="*/ 2145 w 6475"/>
              <a:gd name="T31" fmla="*/ 2147 h 4824"/>
              <a:gd name="T32" fmla="*/ 1847 w 6475"/>
              <a:gd name="T33" fmla="*/ 3007 h 4824"/>
              <a:gd name="T34" fmla="*/ 2444 w 6475"/>
              <a:gd name="T35" fmla="*/ 3007 h 4824"/>
              <a:gd name="T36" fmla="*/ 3041 w 6475"/>
              <a:gd name="T37" fmla="*/ 3007 h 4824"/>
              <a:gd name="T38" fmla="*/ 4887 w 6475"/>
              <a:gd name="T39" fmla="*/ 4824 h 4824"/>
              <a:gd name="T40" fmla="*/ 4278 w 6475"/>
              <a:gd name="T41" fmla="*/ 4824 h 4824"/>
              <a:gd name="T42" fmla="*/ 3671 w 6475"/>
              <a:gd name="T43" fmla="*/ 4824 h 4824"/>
              <a:gd name="T44" fmla="*/ 3375 w 6475"/>
              <a:gd name="T45" fmla="*/ 3971 h 4824"/>
              <a:gd name="T46" fmla="*/ 2444 w 6475"/>
              <a:gd name="T47" fmla="*/ 3971 h 4824"/>
              <a:gd name="T48" fmla="*/ 1513 w 6475"/>
              <a:gd name="T49" fmla="*/ 3971 h 4824"/>
              <a:gd name="T50" fmla="*/ 1216 w 6475"/>
              <a:gd name="T51" fmla="*/ 4824 h 4824"/>
              <a:gd name="T52" fmla="*/ 607 w 6475"/>
              <a:gd name="T53" fmla="*/ 4824 h 4824"/>
              <a:gd name="T54" fmla="*/ 0 w 6475"/>
              <a:gd name="T55" fmla="*/ 4824 h 4824"/>
              <a:gd name="T56" fmla="*/ 214 w 6475"/>
              <a:gd name="T57" fmla="*/ 4221 h 4824"/>
              <a:gd name="T58" fmla="*/ 427 w 6475"/>
              <a:gd name="T59" fmla="*/ 3618 h 4824"/>
              <a:gd name="T60" fmla="*/ 641 w 6475"/>
              <a:gd name="T61" fmla="*/ 3015 h 4824"/>
              <a:gd name="T62" fmla="*/ 856 w 6475"/>
              <a:gd name="T63" fmla="*/ 2412 h 4824"/>
              <a:gd name="T64" fmla="*/ 1070 w 6475"/>
              <a:gd name="T65" fmla="*/ 1809 h 4824"/>
              <a:gd name="T66" fmla="*/ 1285 w 6475"/>
              <a:gd name="T67" fmla="*/ 1206 h 4824"/>
              <a:gd name="T68" fmla="*/ 1499 w 6475"/>
              <a:gd name="T69" fmla="*/ 603 h 4824"/>
              <a:gd name="T70" fmla="*/ 1714 w 6475"/>
              <a:gd name="T71" fmla="*/ 0 h 4824"/>
              <a:gd name="T72" fmla="*/ 2443 w 6475"/>
              <a:gd name="T73" fmla="*/ 0 h 4824"/>
              <a:gd name="T74" fmla="*/ 3173 w 6475"/>
              <a:gd name="T75" fmla="*/ 0 h 4824"/>
              <a:gd name="T76" fmla="*/ 3387 w 6475"/>
              <a:gd name="T77" fmla="*/ 603 h 4824"/>
              <a:gd name="T78" fmla="*/ 3601 w 6475"/>
              <a:gd name="T79" fmla="*/ 1206 h 4824"/>
              <a:gd name="T80" fmla="*/ 3814 w 6475"/>
              <a:gd name="T81" fmla="*/ 1809 h 4824"/>
              <a:gd name="T82" fmla="*/ 4029 w 6475"/>
              <a:gd name="T83" fmla="*/ 2412 h 4824"/>
              <a:gd name="T84" fmla="*/ 4243 w 6475"/>
              <a:gd name="T85" fmla="*/ 3015 h 4824"/>
              <a:gd name="T86" fmla="*/ 4458 w 6475"/>
              <a:gd name="T87" fmla="*/ 3618 h 4824"/>
              <a:gd name="T88" fmla="*/ 4672 w 6475"/>
              <a:gd name="T89" fmla="*/ 4221 h 4824"/>
              <a:gd name="T90" fmla="*/ 4887 w 6475"/>
              <a:gd name="T91" fmla="*/ 4824 h 4824"/>
              <a:gd name="T92" fmla="*/ 5343 w 6475"/>
              <a:gd name="T93" fmla="*/ 4824 h 4824"/>
              <a:gd name="T94" fmla="*/ 5343 w 6475"/>
              <a:gd name="T95" fmla="*/ 4277 h 4824"/>
              <a:gd name="T96" fmla="*/ 5343 w 6475"/>
              <a:gd name="T97" fmla="*/ 3730 h 4824"/>
              <a:gd name="T98" fmla="*/ 5891 w 6475"/>
              <a:gd name="T99" fmla="*/ 3730 h 4824"/>
              <a:gd name="T100" fmla="*/ 6440 w 6475"/>
              <a:gd name="T101" fmla="*/ 3730 h 4824"/>
              <a:gd name="T102" fmla="*/ 6440 w 6475"/>
              <a:gd name="T103" fmla="*/ 4277 h 4824"/>
              <a:gd name="T104" fmla="*/ 6440 w 6475"/>
              <a:gd name="T105" fmla="*/ 4824 h 4824"/>
              <a:gd name="T106" fmla="*/ 5891 w 6475"/>
              <a:gd name="T107" fmla="*/ 4824 h 4824"/>
              <a:gd name="T108" fmla="*/ 5343 w 6475"/>
              <a:gd name="T109" fmla="*/ 4824 h 48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475" h="4824">
                <a:moveTo>
                  <a:pt x="6475" y="1671"/>
                </a:moveTo>
                <a:lnTo>
                  <a:pt x="6332" y="2506"/>
                </a:lnTo>
                <a:lnTo>
                  <a:pt x="6191" y="3343"/>
                </a:lnTo>
                <a:lnTo>
                  <a:pt x="5547" y="3343"/>
                </a:lnTo>
                <a:lnTo>
                  <a:pt x="5428" y="2506"/>
                </a:lnTo>
                <a:lnTo>
                  <a:pt x="5309" y="1671"/>
                </a:lnTo>
                <a:lnTo>
                  <a:pt x="5309" y="835"/>
                </a:lnTo>
                <a:lnTo>
                  <a:pt x="5309" y="0"/>
                </a:lnTo>
                <a:lnTo>
                  <a:pt x="5892" y="0"/>
                </a:lnTo>
                <a:lnTo>
                  <a:pt x="6475" y="0"/>
                </a:lnTo>
                <a:lnTo>
                  <a:pt x="6475" y="835"/>
                </a:lnTo>
                <a:lnTo>
                  <a:pt x="6475" y="1671"/>
                </a:lnTo>
                <a:close/>
                <a:moveTo>
                  <a:pt x="3041" y="3007"/>
                </a:moveTo>
                <a:lnTo>
                  <a:pt x="2742" y="2147"/>
                </a:lnTo>
                <a:lnTo>
                  <a:pt x="2444" y="1289"/>
                </a:lnTo>
                <a:lnTo>
                  <a:pt x="2145" y="2147"/>
                </a:lnTo>
                <a:lnTo>
                  <a:pt x="1847" y="3007"/>
                </a:lnTo>
                <a:lnTo>
                  <a:pt x="2444" y="3007"/>
                </a:lnTo>
                <a:lnTo>
                  <a:pt x="3041" y="3007"/>
                </a:lnTo>
                <a:close/>
                <a:moveTo>
                  <a:pt x="4887" y="4824"/>
                </a:moveTo>
                <a:lnTo>
                  <a:pt x="4278" y="4824"/>
                </a:lnTo>
                <a:lnTo>
                  <a:pt x="3671" y="4824"/>
                </a:lnTo>
                <a:lnTo>
                  <a:pt x="3375" y="3971"/>
                </a:lnTo>
                <a:lnTo>
                  <a:pt x="2444" y="3971"/>
                </a:lnTo>
                <a:lnTo>
                  <a:pt x="1513" y="3971"/>
                </a:lnTo>
                <a:lnTo>
                  <a:pt x="1216" y="4824"/>
                </a:lnTo>
                <a:lnTo>
                  <a:pt x="607" y="4824"/>
                </a:lnTo>
                <a:lnTo>
                  <a:pt x="0" y="4824"/>
                </a:lnTo>
                <a:lnTo>
                  <a:pt x="214" y="4221"/>
                </a:lnTo>
                <a:lnTo>
                  <a:pt x="427" y="3618"/>
                </a:lnTo>
                <a:lnTo>
                  <a:pt x="641" y="3015"/>
                </a:lnTo>
                <a:lnTo>
                  <a:pt x="856" y="2412"/>
                </a:lnTo>
                <a:lnTo>
                  <a:pt x="1070" y="1809"/>
                </a:lnTo>
                <a:lnTo>
                  <a:pt x="1285" y="1206"/>
                </a:lnTo>
                <a:lnTo>
                  <a:pt x="1499" y="603"/>
                </a:lnTo>
                <a:lnTo>
                  <a:pt x="1714" y="0"/>
                </a:lnTo>
                <a:lnTo>
                  <a:pt x="2443" y="0"/>
                </a:lnTo>
                <a:lnTo>
                  <a:pt x="3173" y="0"/>
                </a:lnTo>
                <a:lnTo>
                  <a:pt x="3387" y="603"/>
                </a:lnTo>
                <a:lnTo>
                  <a:pt x="3601" y="1206"/>
                </a:lnTo>
                <a:lnTo>
                  <a:pt x="3814" y="1809"/>
                </a:lnTo>
                <a:lnTo>
                  <a:pt x="4029" y="2412"/>
                </a:lnTo>
                <a:lnTo>
                  <a:pt x="4243" y="3015"/>
                </a:lnTo>
                <a:lnTo>
                  <a:pt x="4458" y="3618"/>
                </a:lnTo>
                <a:lnTo>
                  <a:pt x="4672" y="4221"/>
                </a:lnTo>
                <a:lnTo>
                  <a:pt x="4887" y="4824"/>
                </a:lnTo>
                <a:close/>
                <a:moveTo>
                  <a:pt x="5343" y="4824"/>
                </a:moveTo>
                <a:lnTo>
                  <a:pt x="5343" y="4277"/>
                </a:lnTo>
                <a:lnTo>
                  <a:pt x="5343" y="3730"/>
                </a:lnTo>
                <a:lnTo>
                  <a:pt x="5891" y="3730"/>
                </a:lnTo>
                <a:lnTo>
                  <a:pt x="6440" y="3730"/>
                </a:lnTo>
                <a:lnTo>
                  <a:pt x="6440" y="4277"/>
                </a:lnTo>
                <a:lnTo>
                  <a:pt x="6440" y="4824"/>
                </a:lnTo>
                <a:lnTo>
                  <a:pt x="5891" y="4824"/>
                </a:lnTo>
                <a:lnTo>
                  <a:pt x="5343" y="48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 name="Date Placeholder 1">
            <a:extLst>
              <a:ext uri="{FF2B5EF4-FFF2-40B4-BE49-F238E27FC236}">
                <a16:creationId xmlns:a16="http://schemas.microsoft.com/office/drawing/2014/main" id="{5819FAC3-FDFD-0982-174D-64BFD817B086}"/>
              </a:ext>
            </a:extLst>
          </p:cNvPr>
          <p:cNvSpPr>
            <a:spLocks noGrp="1"/>
          </p:cNvSpPr>
          <p:nvPr>
            <p:ph type="dt" sz="half" idx="14"/>
          </p:nvPr>
        </p:nvSpPr>
        <p:spPr/>
        <p:txBody>
          <a:bodyPr/>
          <a:lstStyle/>
          <a:p>
            <a:r>
              <a:rPr lang="fi-FI"/>
              <a:t>06.05.2026</a:t>
            </a:r>
          </a:p>
        </p:txBody>
      </p:sp>
      <p:sp>
        <p:nvSpPr>
          <p:cNvPr id="3" name="Footer Placeholder 2">
            <a:extLst>
              <a:ext uri="{FF2B5EF4-FFF2-40B4-BE49-F238E27FC236}">
                <a16:creationId xmlns:a16="http://schemas.microsoft.com/office/drawing/2014/main" id="{D2BF6814-EA9F-9642-988B-BA0DCA001BE0}"/>
              </a:ext>
            </a:extLst>
          </p:cNvPr>
          <p:cNvSpPr>
            <a:spLocks noGrp="1"/>
          </p:cNvSpPr>
          <p:nvPr>
            <p:ph type="ftr" sz="quarter" idx="15"/>
          </p:nvPr>
        </p:nvSpPr>
        <p:spPr/>
        <p:txBody>
          <a:bodyPr/>
          <a:lstStyle/>
          <a:p>
            <a:r>
              <a:rPr lang="pt-BR"/>
              <a:t>Enrico Glerean (2026) CC-BY</a:t>
            </a:r>
            <a:endParaRPr lang="fi-FI"/>
          </a:p>
        </p:txBody>
      </p:sp>
      <p:sp>
        <p:nvSpPr>
          <p:cNvPr id="4" name="Slide Number Placeholder 3">
            <a:extLst>
              <a:ext uri="{FF2B5EF4-FFF2-40B4-BE49-F238E27FC236}">
                <a16:creationId xmlns:a16="http://schemas.microsoft.com/office/drawing/2014/main" id="{F594FCAF-E233-9309-B54B-CAB9B5DA075B}"/>
              </a:ext>
            </a:extLst>
          </p:cNvPr>
          <p:cNvSpPr>
            <a:spLocks noGrp="1"/>
          </p:cNvSpPr>
          <p:nvPr>
            <p:ph type="sldNum" sz="quarter" idx="16"/>
          </p:nvPr>
        </p:nvSpPr>
        <p:spPr/>
        <p:txBody>
          <a:bodyPr/>
          <a:lstStyle/>
          <a:p>
            <a:fld id="{D701140D-C14F-41CA-99FC-0EF83E8DA40A}" type="slidenum">
              <a:rPr lang="fi-FI" smtClean="0"/>
              <a:pPr/>
              <a:t>‹#›</a:t>
            </a:fld>
            <a:endParaRPr lang="fi-FI"/>
          </a:p>
        </p:txBody>
      </p:sp>
      <p:sp>
        <p:nvSpPr>
          <p:cNvPr id="7" name="TextBox 6">
            <a:extLst>
              <a:ext uri="{FF2B5EF4-FFF2-40B4-BE49-F238E27FC236}">
                <a16:creationId xmlns:a16="http://schemas.microsoft.com/office/drawing/2014/main" id="{93DFF82F-A665-CA7C-A4D9-281EBE1EA308}"/>
              </a:ext>
            </a:extLst>
          </p:cNvPr>
          <p:cNvSpPr txBox="1"/>
          <p:nvPr/>
        </p:nvSpPr>
        <p:spPr>
          <a:xfrm>
            <a:off x="6456040" y="2249172"/>
            <a:ext cx="1512168" cy="504000"/>
          </a:xfrm>
          <a:prstGeom prst="rect">
            <a:avLst/>
          </a:prstGeom>
          <a:noFill/>
        </p:spPr>
        <p:txBody>
          <a:bodyPr wrap="none" lIns="0" tIns="0" rIns="0" bIns="0" rtlCol="0" anchor="b" anchorCtr="0">
            <a:noAutofit/>
          </a:bodyPr>
          <a:lstStyle/>
          <a:p>
            <a:pPr algn="l"/>
            <a:r>
              <a:rPr lang="en-US" sz="3200">
                <a:latin typeface="+mj-lt"/>
              </a:rPr>
              <a:t>Kiitos</a:t>
            </a:r>
          </a:p>
        </p:txBody>
      </p:sp>
      <p:sp>
        <p:nvSpPr>
          <p:cNvPr id="8" name="TextBox 7">
            <a:hlinkClick r:id="rId2"/>
            <a:extLst>
              <a:ext uri="{FF2B5EF4-FFF2-40B4-BE49-F238E27FC236}">
                <a16:creationId xmlns:a16="http://schemas.microsoft.com/office/drawing/2014/main" id="{F9F35130-809C-54C5-7E28-08465B7283F3}"/>
              </a:ext>
            </a:extLst>
          </p:cNvPr>
          <p:cNvSpPr txBox="1"/>
          <p:nvPr/>
        </p:nvSpPr>
        <p:spPr>
          <a:xfrm>
            <a:off x="6456040" y="2769778"/>
            <a:ext cx="1438214" cy="443198"/>
          </a:xfrm>
          <a:prstGeom prst="rect">
            <a:avLst/>
          </a:prstGeom>
        </p:spPr>
        <p:txBody>
          <a:bodyPr vert="horz" wrap="square" lIns="0" tIns="0" rIns="0" bIns="0" rtlCol="0" anchor="t" anchorCtr="0">
            <a:spAutoFit/>
          </a:bodyPr>
          <a:lstStyle>
            <a:lvl1pPr lvl="0" indent="0">
              <a:lnSpc>
                <a:spcPct val="90000"/>
              </a:lnSpc>
              <a:spcBef>
                <a:spcPts val="800"/>
              </a:spcBef>
              <a:buFontTx/>
              <a:buNone/>
              <a:defRPr sz="3000" b="1" spc="-50" baseline="0">
                <a:latin typeface="+mj-lt"/>
              </a:defRPr>
            </a:lvl1pPr>
            <a:lvl2pPr marL="266700" indent="-266700">
              <a:lnSpc>
                <a:spcPct val="100000"/>
              </a:lnSpc>
              <a:spcBef>
                <a:spcPts val="800"/>
              </a:spcBef>
              <a:buFont typeface="Arial" panose="020B0604020202020204" pitchFamily="34" charset="0"/>
              <a:buChar char="•"/>
              <a:defRPr sz="2000"/>
            </a:lvl2pPr>
            <a:lvl3pPr marL="542925" indent="-276225">
              <a:lnSpc>
                <a:spcPct val="100000"/>
              </a:lnSpc>
              <a:spcBef>
                <a:spcPts val="800"/>
              </a:spcBef>
              <a:buFont typeface="Arial" panose="020B0604020202020204" pitchFamily="34" charset="0"/>
              <a:buChar char="•"/>
            </a:lvl3pPr>
            <a:lvl4pPr marL="809625" indent="-266700">
              <a:lnSpc>
                <a:spcPct val="100000"/>
              </a:lnSpc>
              <a:spcBef>
                <a:spcPts val="800"/>
              </a:spcBef>
              <a:buFont typeface="Arial" panose="020B0604020202020204" pitchFamily="34" charset="0"/>
              <a:buChar char="•"/>
            </a:lvl4pPr>
            <a:lvl5pPr marL="1076325" indent="-266700">
              <a:lnSpc>
                <a:spcPct val="100000"/>
              </a:lnSpc>
              <a:spcBef>
                <a:spcPts val="800"/>
              </a:spcBef>
              <a:buFont typeface="Arial" panose="020B0604020202020204" pitchFamily="34" charset="0"/>
              <a:buChar char="•"/>
            </a:lvl5pPr>
            <a:lvl6pPr marL="1343025" indent="-266700">
              <a:lnSpc>
                <a:spcPct val="100000"/>
              </a:lnSpc>
              <a:spcBef>
                <a:spcPts val="800"/>
              </a:spcBef>
              <a:buFont typeface="Arial" panose="020B0604020202020204" pitchFamily="34" charset="0"/>
              <a:buChar char="•"/>
            </a:lvl6pPr>
            <a:lvl7pPr marL="1619250" indent="-276225">
              <a:lnSpc>
                <a:spcPct val="100000"/>
              </a:lnSpc>
              <a:spcBef>
                <a:spcPts val="800"/>
              </a:spcBef>
              <a:buFont typeface="Arial" panose="020B0604020202020204" pitchFamily="34" charset="0"/>
              <a:buChar char="•"/>
            </a:lvl7pPr>
            <a:lvl8pPr marL="1885950" indent="-266700">
              <a:lnSpc>
                <a:spcPct val="100000"/>
              </a:lnSpc>
              <a:spcBef>
                <a:spcPts val="800"/>
              </a:spcBef>
              <a:buFont typeface="Arial" panose="020B0604020202020204" pitchFamily="34" charset="0"/>
              <a:buChar char="•"/>
            </a:lvl8pPr>
            <a:lvl9pPr marL="2152650" indent="-266700">
              <a:lnSpc>
                <a:spcPct val="100000"/>
              </a:lnSpc>
              <a:spcBef>
                <a:spcPts val="800"/>
              </a:spcBef>
              <a:buFont typeface="Arial" panose="020B0604020202020204" pitchFamily="34" charset="0"/>
              <a:buChar char="•"/>
            </a:lvl9pPr>
          </a:lstStyle>
          <a:p>
            <a:pPr lvl="0"/>
            <a:r>
              <a:rPr lang="en-GB" sz="3200"/>
              <a:t>aalto.fi</a:t>
            </a:r>
          </a:p>
        </p:txBody>
      </p:sp>
      <p:cxnSp>
        <p:nvCxnSpPr>
          <p:cNvPr id="9" name="Straight Connector 8">
            <a:extLst>
              <a:ext uri="{FF2B5EF4-FFF2-40B4-BE49-F238E27FC236}">
                <a16:creationId xmlns:a16="http://schemas.microsoft.com/office/drawing/2014/main" id="{F4389D5A-AB42-9199-44CF-9CEEAE533454}"/>
              </a:ext>
            </a:extLst>
          </p:cNvPr>
          <p:cNvCxnSpPr>
            <a:cxnSpLocks/>
          </p:cNvCxnSpPr>
          <p:nvPr/>
        </p:nvCxnSpPr>
        <p:spPr>
          <a:xfrm>
            <a:off x="6448576" y="2004866"/>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3432045"/>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p:cSld name="Thank you Red">
    <p:bg>
      <p:bgPr>
        <a:solidFill>
          <a:schemeClr val="accent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74A4D6E-EA47-4FB6-4842-6266F7987D40}"/>
              </a:ext>
            </a:extLst>
          </p:cNvPr>
          <p:cNvSpPr/>
          <p:nvPr/>
        </p:nvSpPr>
        <p:spPr>
          <a:xfrm>
            <a:off x="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6" name="Freeform 5">
            <a:extLst>
              <a:ext uri="{FF2B5EF4-FFF2-40B4-BE49-F238E27FC236}">
                <a16:creationId xmlns:a16="http://schemas.microsoft.com/office/drawing/2014/main" id="{4E379A93-4718-A4A6-52FF-0770DDE1FB8E}"/>
              </a:ext>
            </a:extLst>
          </p:cNvPr>
          <p:cNvSpPr>
            <a:spLocks noChangeAspect="1" noEditPoints="1"/>
          </p:cNvSpPr>
          <p:nvPr/>
        </p:nvSpPr>
        <p:spPr bwMode="auto">
          <a:xfrm>
            <a:off x="407988" y="2805066"/>
            <a:ext cx="4895924" cy="3648121"/>
          </a:xfrm>
          <a:custGeom>
            <a:avLst/>
            <a:gdLst>
              <a:gd name="T0" fmla="*/ 6475 w 6475"/>
              <a:gd name="T1" fmla="*/ 1671 h 4824"/>
              <a:gd name="T2" fmla="*/ 6332 w 6475"/>
              <a:gd name="T3" fmla="*/ 2506 h 4824"/>
              <a:gd name="T4" fmla="*/ 6191 w 6475"/>
              <a:gd name="T5" fmla="*/ 3343 h 4824"/>
              <a:gd name="T6" fmla="*/ 5547 w 6475"/>
              <a:gd name="T7" fmla="*/ 3343 h 4824"/>
              <a:gd name="T8" fmla="*/ 5428 w 6475"/>
              <a:gd name="T9" fmla="*/ 2506 h 4824"/>
              <a:gd name="T10" fmla="*/ 5309 w 6475"/>
              <a:gd name="T11" fmla="*/ 1671 h 4824"/>
              <a:gd name="T12" fmla="*/ 5309 w 6475"/>
              <a:gd name="T13" fmla="*/ 835 h 4824"/>
              <a:gd name="T14" fmla="*/ 5309 w 6475"/>
              <a:gd name="T15" fmla="*/ 0 h 4824"/>
              <a:gd name="T16" fmla="*/ 5892 w 6475"/>
              <a:gd name="T17" fmla="*/ 0 h 4824"/>
              <a:gd name="T18" fmla="*/ 6475 w 6475"/>
              <a:gd name="T19" fmla="*/ 0 h 4824"/>
              <a:gd name="T20" fmla="*/ 6475 w 6475"/>
              <a:gd name="T21" fmla="*/ 835 h 4824"/>
              <a:gd name="T22" fmla="*/ 6475 w 6475"/>
              <a:gd name="T23" fmla="*/ 1671 h 4824"/>
              <a:gd name="T24" fmla="*/ 3041 w 6475"/>
              <a:gd name="T25" fmla="*/ 3007 h 4824"/>
              <a:gd name="T26" fmla="*/ 2742 w 6475"/>
              <a:gd name="T27" fmla="*/ 2147 h 4824"/>
              <a:gd name="T28" fmla="*/ 2444 w 6475"/>
              <a:gd name="T29" fmla="*/ 1289 h 4824"/>
              <a:gd name="T30" fmla="*/ 2145 w 6475"/>
              <a:gd name="T31" fmla="*/ 2147 h 4824"/>
              <a:gd name="T32" fmla="*/ 1847 w 6475"/>
              <a:gd name="T33" fmla="*/ 3007 h 4824"/>
              <a:gd name="T34" fmla="*/ 2444 w 6475"/>
              <a:gd name="T35" fmla="*/ 3007 h 4824"/>
              <a:gd name="T36" fmla="*/ 3041 w 6475"/>
              <a:gd name="T37" fmla="*/ 3007 h 4824"/>
              <a:gd name="T38" fmla="*/ 4887 w 6475"/>
              <a:gd name="T39" fmla="*/ 4824 h 4824"/>
              <a:gd name="T40" fmla="*/ 4278 w 6475"/>
              <a:gd name="T41" fmla="*/ 4824 h 4824"/>
              <a:gd name="T42" fmla="*/ 3671 w 6475"/>
              <a:gd name="T43" fmla="*/ 4824 h 4824"/>
              <a:gd name="T44" fmla="*/ 3375 w 6475"/>
              <a:gd name="T45" fmla="*/ 3971 h 4824"/>
              <a:gd name="T46" fmla="*/ 2444 w 6475"/>
              <a:gd name="T47" fmla="*/ 3971 h 4824"/>
              <a:gd name="T48" fmla="*/ 1513 w 6475"/>
              <a:gd name="T49" fmla="*/ 3971 h 4824"/>
              <a:gd name="T50" fmla="*/ 1216 w 6475"/>
              <a:gd name="T51" fmla="*/ 4824 h 4824"/>
              <a:gd name="T52" fmla="*/ 607 w 6475"/>
              <a:gd name="T53" fmla="*/ 4824 h 4824"/>
              <a:gd name="T54" fmla="*/ 0 w 6475"/>
              <a:gd name="T55" fmla="*/ 4824 h 4824"/>
              <a:gd name="T56" fmla="*/ 214 w 6475"/>
              <a:gd name="T57" fmla="*/ 4221 h 4824"/>
              <a:gd name="T58" fmla="*/ 427 w 6475"/>
              <a:gd name="T59" fmla="*/ 3618 h 4824"/>
              <a:gd name="T60" fmla="*/ 641 w 6475"/>
              <a:gd name="T61" fmla="*/ 3015 h 4824"/>
              <a:gd name="T62" fmla="*/ 856 w 6475"/>
              <a:gd name="T63" fmla="*/ 2412 h 4824"/>
              <a:gd name="T64" fmla="*/ 1070 w 6475"/>
              <a:gd name="T65" fmla="*/ 1809 h 4824"/>
              <a:gd name="T66" fmla="*/ 1285 w 6475"/>
              <a:gd name="T67" fmla="*/ 1206 h 4824"/>
              <a:gd name="T68" fmla="*/ 1499 w 6475"/>
              <a:gd name="T69" fmla="*/ 603 h 4824"/>
              <a:gd name="T70" fmla="*/ 1714 w 6475"/>
              <a:gd name="T71" fmla="*/ 0 h 4824"/>
              <a:gd name="T72" fmla="*/ 2443 w 6475"/>
              <a:gd name="T73" fmla="*/ 0 h 4824"/>
              <a:gd name="T74" fmla="*/ 3173 w 6475"/>
              <a:gd name="T75" fmla="*/ 0 h 4824"/>
              <a:gd name="T76" fmla="*/ 3387 w 6475"/>
              <a:gd name="T77" fmla="*/ 603 h 4824"/>
              <a:gd name="T78" fmla="*/ 3601 w 6475"/>
              <a:gd name="T79" fmla="*/ 1206 h 4824"/>
              <a:gd name="T80" fmla="*/ 3814 w 6475"/>
              <a:gd name="T81" fmla="*/ 1809 h 4824"/>
              <a:gd name="T82" fmla="*/ 4029 w 6475"/>
              <a:gd name="T83" fmla="*/ 2412 h 4824"/>
              <a:gd name="T84" fmla="*/ 4243 w 6475"/>
              <a:gd name="T85" fmla="*/ 3015 h 4824"/>
              <a:gd name="T86" fmla="*/ 4458 w 6475"/>
              <a:gd name="T87" fmla="*/ 3618 h 4824"/>
              <a:gd name="T88" fmla="*/ 4672 w 6475"/>
              <a:gd name="T89" fmla="*/ 4221 h 4824"/>
              <a:gd name="T90" fmla="*/ 4887 w 6475"/>
              <a:gd name="T91" fmla="*/ 4824 h 4824"/>
              <a:gd name="T92" fmla="*/ 5343 w 6475"/>
              <a:gd name="T93" fmla="*/ 4824 h 4824"/>
              <a:gd name="T94" fmla="*/ 5343 w 6475"/>
              <a:gd name="T95" fmla="*/ 4277 h 4824"/>
              <a:gd name="T96" fmla="*/ 5343 w 6475"/>
              <a:gd name="T97" fmla="*/ 3730 h 4824"/>
              <a:gd name="T98" fmla="*/ 5891 w 6475"/>
              <a:gd name="T99" fmla="*/ 3730 h 4824"/>
              <a:gd name="T100" fmla="*/ 6440 w 6475"/>
              <a:gd name="T101" fmla="*/ 3730 h 4824"/>
              <a:gd name="T102" fmla="*/ 6440 w 6475"/>
              <a:gd name="T103" fmla="*/ 4277 h 4824"/>
              <a:gd name="T104" fmla="*/ 6440 w 6475"/>
              <a:gd name="T105" fmla="*/ 4824 h 4824"/>
              <a:gd name="T106" fmla="*/ 5891 w 6475"/>
              <a:gd name="T107" fmla="*/ 4824 h 4824"/>
              <a:gd name="T108" fmla="*/ 5343 w 6475"/>
              <a:gd name="T109" fmla="*/ 4824 h 48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475" h="4824">
                <a:moveTo>
                  <a:pt x="6475" y="1671"/>
                </a:moveTo>
                <a:lnTo>
                  <a:pt x="6332" y="2506"/>
                </a:lnTo>
                <a:lnTo>
                  <a:pt x="6191" y="3343"/>
                </a:lnTo>
                <a:lnTo>
                  <a:pt x="5547" y="3343"/>
                </a:lnTo>
                <a:lnTo>
                  <a:pt x="5428" y="2506"/>
                </a:lnTo>
                <a:lnTo>
                  <a:pt x="5309" y="1671"/>
                </a:lnTo>
                <a:lnTo>
                  <a:pt x="5309" y="835"/>
                </a:lnTo>
                <a:lnTo>
                  <a:pt x="5309" y="0"/>
                </a:lnTo>
                <a:lnTo>
                  <a:pt x="5892" y="0"/>
                </a:lnTo>
                <a:lnTo>
                  <a:pt x="6475" y="0"/>
                </a:lnTo>
                <a:lnTo>
                  <a:pt x="6475" y="835"/>
                </a:lnTo>
                <a:lnTo>
                  <a:pt x="6475" y="1671"/>
                </a:lnTo>
                <a:close/>
                <a:moveTo>
                  <a:pt x="3041" y="3007"/>
                </a:moveTo>
                <a:lnTo>
                  <a:pt x="2742" y="2147"/>
                </a:lnTo>
                <a:lnTo>
                  <a:pt x="2444" y="1289"/>
                </a:lnTo>
                <a:lnTo>
                  <a:pt x="2145" y="2147"/>
                </a:lnTo>
                <a:lnTo>
                  <a:pt x="1847" y="3007"/>
                </a:lnTo>
                <a:lnTo>
                  <a:pt x="2444" y="3007"/>
                </a:lnTo>
                <a:lnTo>
                  <a:pt x="3041" y="3007"/>
                </a:lnTo>
                <a:close/>
                <a:moveTo>
                  <a:pt x="4887" y="4824"/>
                </a:moveTo>
                <a:lnTo>
                  <a:pt x="4278" y="4824"/>
                </a:lnTo>
                <a:lnTo>
                  <a:pt x="3671" y="4824"/>
                </a:lnTo>
                <a:lnTo>
                  <a:pt x="3375" y="3971"/>
                </a:lnTo>
                <a:lnTo>
                  <a:pt x="2444" y="3971"/>
                </a:lnTo>
                <a:lnTo>
                  <a:pt x="1513" y="3971"/>
                </a:lnTo>
                <a:lnTo>
                  <a:pt x="1216" y="4824"/>
                </a:lnTo>
                <a:lnTo>
                  <a:pt x="607" y="4824"/>
                </a:lnTo>
                <a:lnTo>
                  <a:pt x="0" y="4824"/>
                </a:lnTo>
                <a:lnTo>
                  <a:pt x="214" y="4221"/>
                </a:lnTo>
                <a:lnTo>
                  <a:pt x="427" y="3618"/>
                </a:lnTo>
                <a:lnTo>
                  <a:pt x="641" y="3015"/>
                </a:lnTo>
                <a:lnTo>
                  <a:pt x="856" y="2412"/>
                </a:lnTo>
                <a:lnTo>
                  <a:pt x="1070" y="1809"/>
                </a:lnTo>
                <a:lnTo>
                  <a:pt x="1285" y="1206"/>
                </a:lnTo>
                <a:lnTo>
                  <a:pt x="1499" y="603"/>
                </a:lnTo>
                <a:lnTo>
                  <a:pt x="1714" y="0"/>
                </a:lnTo>
                <a:lnTo>
                  <a:pt x="2443" y="0"/>
                </a:lnTo>
                <a:lnTo>
                  <a:pt x="3173" y="0"/>
                </a:lnTo>
                <a:lnTo>
                  <a:pt x="3387" y="603"/>
                </a:lnTo>
                <a:lnTo>
                  <a:pt x="3601" y="1206"/>
                </a:lnTo>
                <a:lnTo>
                  <a:pt x="3814" y="1809"/>
                </a:lnTo>
                <a:lnTo>
                  <a:pt x="4029" y="2412"/>
                </a:lnTo>
                <a:lnTo>
                  <a:pt x="4243" y="3015"/>
                </a:lnTo>
                <a:lnTo>
                  <a:pt x="4458" y="3618"/>
                </a:lnTo>
                <a:lnTo>
                  <a:pt x="4672" y="4221"/>
                </a:lnTo>
                <a:lnTo>
                  <a:pt x="4887" y="4824"/>
                </a:lnTo>
                <a:close/>
                <a:moveTo>
                  <a:pt x="5343" y="4824"/>
                </a:moveTo>
                <a:lnTo>
                  <a:pt x="5343" y="4277"/>
                </a:lnTo>
                <a:lnTo>
                  <a:pt x="5343" y="3730"/>
                </a:lnTo>
                <a:lnTo>
                  <a:pt x="5891" y="3730"/>
                </a:lnTo>
                <a:lnTo>
                  <a:pt x="6440" y="3730"/>
                </a:lnTo>
                <a:lnTo>
                  <a:pt x="6440" y="4277"/>
                </a:lnTo>
                <a:lnTo>
                  <a:pt x="6440" y="4824"/>
                </a:lnTo>
                <a:lnTo>
                  <a:pt x="5891" y="4824"/>
                </a:lnTo>
                <a:lnTo>
                  <a:pt x="5343" y="48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 name="Date Placeholder 1">
            <a:extLst>
              <a:ext uri="{FF2B5EF4-FFF2-40B4-BE49-F238E27FC236}">
                <a16:creationId xmlns:a16="http://schemas.microsoft.com/office/drawing/2014/main" id="{5A44BCDF-D62A-8FD1-A853-63A6E329245A}"/>
              </a:ext>
            </a:extLst>
          </p:cNvPr>
          <p:cNvSpPr>
            <a:spLocks noGrp="1"/>
          </p:cNvSpPr>
          <p:nvPr>
            <p:ph type="dt" sz="half" idx="14"/>
          </p:nvPr>
        </p:nvSpPr>
        <p:spPr/>
        <p:txBody>
          <a:bodyPr/>
          <a:lstStyle/>
          <a:p>
            <a:r>
              <a:rPr lang="fi-FI"/>
              <a:t>06.05.2026</a:t>
            </a:r>
          </a:p>
        </p:txBody>
      </p:sp>
      <p:sp>
        <p:nvSpPr>
          <p:cNvPr id="3" name="Footer Placeholder 2">
            <a:extLst>
              <a:ext uri="{FF2B5EF4-FFF2-40B4-BE49-F238E27FC236}">
                <a16:creationId xmlns:a16="http://schemas.microsoft.com/office/drawing/2014/main" id="{B6EB009C-F38A-C91A-9FEF-AECF89D47A63}"/>
              </a:ext>
            </a:extLst>
          </p:cNvPr>
          <p:cNvSpPr>
            <a:spLocks noGrp="1"/>
          </p:cNvSpPr>
          <p:nvPr>
            <p:ph type="ftr" sz="quarter" idx="15"/>
          </p:nvPr>
        </p:nvSpPr>
        <p:spPr/>
        <p:txBody>
          <a:bodyPr/>
          <a:lstStyle/>
          <a:p>
            <a:r>
              <a:rPr lang="pt-BR"/>
              <a:t>Enrico Glerean (2026) CC-BY</a:t>
            </a:r>
            <a:endParaRPr lang="fi-FI"/>
          </a:p>
        </p:txBody>
      </p:sp>
      <p:sp>
        <p:nvSpPr>
          <p:cNvPr id="4" name="Slide Number Placeholder 3">
            <a:extLst>
              <a:ext uri="{FF2B5EF4-FFF2-40B4-BE49-F238E27FC236}">
                <a16:creationId xmlns:a16="http://schemas.microsoft.com/office/drawing/2014/main" id="{C8CB65B9-41BC-781D-107D-C5A99B2C7D5E}"/>
              </a:ext>
            </a:extLst>
          </p:cNvPr>
          <p:cNvSpPr>
            <a:spLocks noGrp="1"/>
          </p:cNvSpPr>
          <p:nvPr>
            <p:ph type="sldNum" sz="quarter" idx="16"/>
          </p:nvPr>
        </p:nvSpPr>
        <p:spPr/>
        <p:txBody>
          <a:bodyPr/>
          <a:lstStyle/>
          <a:p>
            <a:fld id="{D701140D-C14F-41CA-99FC-0EF83E8DA40A}" type="slidenum">
              <a:rPr lang="fi-FI" smtClean="0"/>
              <a:pPr/>
              <a:t>‹#›</a:t>
            </a:fld>
            <a:endParaRPr lang="fi-FI"/>
          </a:p>
        </p:txBody>
      </p:sp>
      <p:sp>
        <p:nvSpPr>
          <p:cNvPr id="7" name="TextBox 6">
            <a:extLst>
              <a:ext uri="{FF2B5EF4-FFF2-40B4-BE49-F238E27FC236}">
                <a16:creationId xmlns:a16="http://schemas.microsoft.com/office/drawing/2014/main" id="{59C85133-50DB-CAA4-935B-5BFB0E1B21AB}"/>
              </a:ext>
            </a:extLst>
          </p:cNvPr>
          <p:cNvSpPr txBox="1"/>
          <p:nvPr/>
        </p:nvSpPr>
        <p:spPr>
          <a:xfrm>
            <a:off x="6456040" y="2249172"/>
            <a:ext cx="1512168" cy="504000"/>
          </a:xfrm>
          <a:prstGeom prst="rect">
            <a:avLst/>
          </a:prstGeom>
          <a:noFill/>
        </p:spPr>
        <p:txBody>
          <a:bodyPr wrap="none" lIns="0" tIns="0" rIns="0" bIns="0" rtlCol="0" anchor="b" anchorCtr="0">
            <a:noAutofit/>
          </a:bodyPr>
          <a:lstStyle/>
          <a:p>
            <a:pPr algn="l"/>
            <a:r>
              <a:rPr lang="en-US" sz="3200">
                <a:latin typeface="+mj-lt"/>
              </a:rPr>
              <a:t>Kiitos</a:t>
            </a:r>
          </a:p>
        </p:txBody>
      </p:sp>
      <p:sp>
        <p:nvSpPr>
          <p:cNvPr id="8" name="TextBox 7">
            <a:hlinkClick r:id="rId2"/>
            <a:extLst>
              <a:ext uri="{FF2B5EF4-FFF2-40B4-BE49-F238E27FC236}">
                <a16:creationId xmlns:a16="http://schemas.microsoft.com/office/drawing/2014/main" id="{7F46B658-9D7D-6338-006D-3915FC261FA2}"/>
              </a:ext>
            </a:extLst>
          </p:cNvPr>
          <p:cNvSpPr txBox="1"/>
          <p:nvPr/>
        </p:nvSpPr>
        <p:spPr>
          <a:xfrm>
            <a:off x="6456040" y="2769778"/>
            <a:ext cx="1438214" cy="443198"/>
          </a:xfrm>
          <a:prstGeom prst="rect">
            <a:avLst/>
          </a:prstGeom>
        </p:spPr>
        <p:txBody>
          <a:bodyPr vert="horz" wrap="square" lIns="0" tIns="0" rIns="0" bIns="0" rtlCol="0" anchor="t" anchorCtr="0">
            <a:spAutoFit/>
          </a:bodyPr>
          <a:lstStyle>
            <a:lvl1pPr lvl="0" indent="0">
              <a:lnSpc>
                <a:spcPct val="90000"/>
              </a:lnSpc>
              <a:spcBef>
                <a:spcPts val="800"/>
              </a:spcBef>
              <a:buFontTx/>
              <a:buNone/>
              <a:defRPr sz="3000" b="1" spc="-50" baseline="0">
                <a:latin typeface="+mj-lt"/>
              </a:defRPr>
            </a:lvl1pPr>
            <a:lvl2pPr marL="266700" indent="-266700">
              <a:lnSpc>
                <a:spcPct val="100000"/>
              </a:lnSpc>
              <a:spcBef>
                <a:spcPts val="800"/>
              </a:spcBef>
              <a:buFont typeface="Arial" panose="020B0604020202020204" pitchFamily="34" charset="0"/>
              <a:buChar char="•"/>
              <a:defRPr sz="2000"/>
            </a:lvl2pPr>
            <a:lvl3pPr marL="542925" indent="-276225">
              <a:lnSpc>
                <a:spcPct val="100000"/>
              </a:lnSpc>
              <a:spcBef>
                <a:spcPts val="800"/>
              </a:spcBef>
              <a:buFont typeface="Arial" panose="020B0604020202020204" pitchFamily="34" charset="0"/>
              <a:buChar char="•"/>
            </a:lvl3pPr>
            <a:lvl4pPr marL="809625" indent="-266700">
              <a:lnSpc>
                <a:spcPct val="100000"/>
              </a:lnSpc>
              <a:spcBef>
                <a:spcPts val="800"/>
              </a:spcBef>
              <a:buFont typeface="Arial" panose="020B0604020202020204" pitchFamily="34" charset="0"/>
              <a:buChar char="•"/>
            </a:lvl4pPr>
            <a:lvl5pPr marL="1076325" indent="-266700">
              <a:lnSpc>
                <a:spcPct val="100000"/>
              </a:lnSpc>
              <a:spcBef>
                <a:spcPts val="800"/>
              </a:spcBef>
              <a:buFont typeface="Arial" panose="020B0604020202020204" pitchFamily="34" charset="0"/>
              <a:buChar char="•"/>
            </a:lvl5pPr>
            <a:lvl6pPr marL="1343025" indent="-266700">
              <a:lnSpc>
                <a:spcPct val="100000"/>
              </a:lnSpc>
              <a:spcBef>
                <a:spcPts val="800"/>
              </a:spcBef>
              <a:buFont typeface="Arial" panose="020B0604020202020204" pitchFamily="34" charset="0"/>
              <a:buChar char="•"/>
            </a:lvl6pPr>
            <a:lvl7pPr marL="1619250" indent="-276225">
              <a:lnSpc>
                <a:spcPct val="100000"/>
              </a:lnSpc>
              <a:spcBef>
                <a:spcPts val="800"/>
              </a:spcBef>
              <a:buFont typeface="Arial" panose="020B0604020202020204" pitchFamily="34" charset="0"/>
              <a:buChar char="•"/>
            </a:lvl7pPr>
            <a:lvl8pPr marL="1885950" indent="-266700">
              <a:lnSpc>
                <a:spcPct val="100000"/>
              </a:lnSpc>
              <a:spcBef>
                <a:spcPts val="800"/>
              </a:spcBef>
              <a:buFont typeface="Arial" panose="020B0604020202020204" pitchFamily="34" charset="0"/>
              <a:buChar char="•"/>
            </a:lvl8pPr>
            <a:lvl9pPr marL="2152650" indent="-266700">
              <a:lnSpc>
                <a:spcPct val="100000"/>
              </a:lnSpc>
              <a:spcBef>
                <a:spcPts val="800"/>
              </a:spcBef>
              <a:buFont typeface="Arial" panose="020B0604020202020204" pitchFamily="34" charset="0"/>
              <a:buChar char="•"/>
            </a:lvl9pPr>
          </a:lstStyle>
          <a:p>
            <a:pPr lvl="0"/>
            <a:r>
              <a:rPr lang="en-GB" sz="3200"/>
              <a:t>aalto.fi</a:t>
            </a:r>
          </a:p>
        </p:txBody>
      </p:sp>
      <p:cxnSp>
        <p:nvCxnSpPr>
          <p:cNvPr id="9" name="Straight Connector 8">
            <a:extLst>
              <a:ext uri="{FF2B5EF4-FFF2-40B4-BE49-F238E27FC236}">
                <a16:creationId xmlns:a16="http://schemas.microsoft.com/office/drawing/2014/main" id="{526E9EB7-2C97-21BD-728D-4E129DB8FD35}"/>
              </a:ext>
            </a:extLst>
          </p:cNvPr>
          <p:cNvCxnSpPr>
            <a:cxnSpLocks/>
          </p:cNvCxnSpPr>
          <p:nvPr/>
        </p:nvCxnSpPr>
        <p:spPr>
          <a:xfrm>
            <a:off x="6448576" y="2004866"/>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6004313"/>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p:cSld name="Thank you Yellow">
    <p:bg>
      <p:bgPr>
        <a:solidFill>
          <a:schemeClr val="accent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74A4D6E-EA47-4FB6-4842-6266F7987D40}"/>
              </a:ext>
            </a:extLst>
          </p:cNvPr>
          <p:cNvSpPr/>
          <p:nvPr/>
        </p:nvSpPr>
        <p:spPr>
          <a:xfrm>
            <a:off x="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6" name="Freeform 5">
            <a:extLst>
              <a:ext uri="{FF2B5EF4-FFF2-40B4-BE49-F238E27FC236}">
                <a16:creationId xmlns:a16="http://schemas.microsoft.com/office/drawing/2014/main" id="{4E379A93-4718-A4A6-52FF-0770DDE1FB8E}"/>
              </a:ext>
            </a:extLst>
          </p:cNvPr>
          <p:cNvSpPr>
            <a:spLocks noChangeAspect="1" noEditPoints="1"/>
          </p:cNvSpPr>
          <p:nvPr/>
        </p:nvSpPr>
        <p:spPr bwMode="auto">
          <a:xfrm>
            <a:off x="407988" y="2805066"/>
            <a:ext cx="4895924" cy="3648121"/>
          </a:xfrm>
          <a:custGeom>
            <a:avLst/>
            <a:gdLst>
              <a:gd name="T0" fmla="*/ 6475 w 6475"/>
              <a:gd name="T1" fmla="*/ 1671 h 4824"/>
              <a:gd name="T2" fmla="*/ 6332 w 6475"/>
              <a:gd name="T3" fmla="*/ 2506 h 4824"/>
              <a:gd name="T4" fmla="*/ 6191 w 6475"/>
              <a:gd name="T5" fmla="*/ 3343 h 4824"/>
              <a:gd name="T6" fmla="*/ 5547 w 6475"/>
              <a:gd name="T7" fmla="*/ 3343 h 4824"/>
              <a:gd name="T8" fmla="*/ 5428 w 6475"/>
              <a:gd name="T9" fmla="*/ 2506 h 4824"/>
              <a:gd name="T10" fmla="*/ 5309 w 6475"/>
              <a:gd name="T11" fmla="*/ 1671 h 4824"/>
              <a:gd name="T12" fmla="*/ 5309 w 6475"/>
              <a:gd name="T13" fmla="*/ 835 h 4824"/>
              <a:gd name="T14" fmla="*/ 5309 w 6475"/>
              <a:gd name="T15" fmla="*/ 0 h 4824"/>
              <a:gd name="T16" fmla="*/ 5892 w 6475"/>
              <a:gd name="T17" fmla="*/ 0 h 4824"/>
              <a:gd name="T18" fmla="*/ 6475 w 6475"/>
              <a:gd name="T19" fmla="*/ 0 h 4824"/>
              <a:gd name="T20" fmla="*/ 6475 w 6475"/>
              <a:gd name="T21" fmla="*/ 835 h 4824"/>
              <a:gd name="T22" fmla="*/ 6475 w 6475"/>
              <a:gd name="T23" fmla="*/ 1671 h 4824"/>
              <a:gd name="T24" fmla="*/ 3041 w 6475"/>
              <a:gd name="T25" fmla="*/ 3007 h 4824"/>
              <a:gd name="T26" fmla="*/ 2742 w 6475"/>
              <a:gd name="T27" fmla="*/ 2147 h 4824"/>
              <a:gd name="T28" fmla="*/ 2444 w 6475"/>
              <a:gd name="T29" fmla="*/ 1289 h 4824"/>
              <a:gd name="T30" fmla="*/ 2145 w 6475"/>
              <a:gd name="T31" fmla="*/ 2147 h 4824"/>
              <a:gd name="T32" fmla="*/ 1847 w 6475"/>
              <a:gd name="T33" fmla="*/ 3007 h 4824"/>
              <a:gd name="T34" fmla="*/ 2444 w 6475"/>
              <a:gd name="T35" fmla="*/ 3007 h 4824"/>
              <a:gd name="T36" fmla="*/ 3041 w 6475"/>
              <a:gd name="T37" fmla="*/ 3007 h 4824"/>
              <a:gd name="T38" fmla="*/ 4887 w 6475"/>
              <a:gd name="T39" fmla="*/ 4824 h 4824"/>
              <a:gd name="T40" fmla="*/ 4278 w 6475"/>
              <a:gd name="T41" fmla="*/ 4824 h 4824"/>
              <a:gd name="T42" fmla="*/ 3671 w 6475"/>
              <a:gd name="T43" fmla="*/ 4824 h 4824"/>
              <a:gd name="T44" fmla="*/ 3375 w 6475"/>
              <a:gd name="T45" fmla="*/ 3971 h 4824"/>
              <a:gd name="T46" fmla="*/ 2444 w 6475"/>
              <a:gd name="T47" fmla="*/ 3971 h 4824"/>
              <a:gd name="T48" fmla="*/ 1513 w 6475"/>
              <a:gd name="T49" fmla="*/ 3971 h 4824"/>
              <a:gd name="T50" fmla="*/ 1216 w 6475"/>
              <a:gd name="T51" fmla="*/ 4824 h 4824"/>
              <a:gd name="T52" fmla="*/ 607 w 6475"/>
              <a:gd name="T53" fmla="*/ 4824 h 4824"/>
              <a:gd name="T54" fmla="*/ 0 w 6475"/>
              <a:gd name="T55" fmla="*/ 4824 h 4824"/>
              <a:gd name="T56" fmla="*/ 214 w 6475"/>
              <a:gd name="T57" fmla="*/ 4221 h 4824"/>
              <a:gd name="T58" fmla="*/ 427 w 6475"/>
              <a:gd name="T59" fmla="*/ 3618 h 4824"/>
              <a:gd name="T60" fmla="*/ 641 w 6475"/>
              <a:gd name="T61" fmla="*/ 3015 h 4824"/>
              <a:gd name="T62" fmla="*/ 856 w 6475"/>
              <a:gd name="T63" fmla="*/ 2412 h 4824"/>
              <a:gd name="T64" fmla="*/ 1070 w 6475"/>
              <a:gd name="T65" fmla="*/ 1809 h 4824"/>
              <a:gd name="T66" fmla="*/ 1285 w 6475"/>
              <a:gd name="T67" fmla="*/ 1206 h 4824"/>
              <a:gd name="T68" fmla="*/ 1499 w 6475"/>
              <a:gd name="T69" fmla="*/ 603 h 4824"/>
              <a:gd name="T70" fmla="*/ 1714 w 6475"/>
              <a:gd name="T71" fmla="*/ 0 h 4824"/>
              <a:gd name="T72" fmla="*/ 2443 w 6475"/>
              <a:gd name="T73" fmla="*/ 0 h 4824"/>
              <a:gd name="T74" fmla="*/ 3173 w 6475"/>
              <a:gd name="T75" fmla="*/ 0 h 4824"/>
              <a:gd name="T76" fmla="*/ 3387 w 6475"/>
              <a:gd name="T77" fmla="*/ 603 h 4824"/>
              <a:gd name="T78" fmla="*/ 3601 w 6475"/>
              <a:gd name="T79" fmla="*/ 1206 h 4824"/>
              <a:gd name="T80" fmla="*/ 3814 w 6475"/>
              <a:gd name="T81" fmla="*/ 1809 h 4824"/>
              <a:gd name="T82" fmla="*/ 4029 w 6475"/>
              <a:gd name="T83" fmla="*/ 2412 h 4824"/>
              <a:gd name="T84" fmla="*/ 4243 w 6475"/>
              <a:gd name="T85" fmla="*/ 3015 h 4824"/>
              <a:gd name="T86" fmla="*/ 4458 w 6475"/>
              <a:gd name="T87" fmla="*/ 3618 h 4824"/>
              <a:gd name="T88" fmla="*/ 4672 w 6475"/>
              <a:gd name="T89" fmla="*/ 4221 h 4824"/>
              <a:gd name="T90" fmla="*/ 4887 w 6475"/>
              <a:gd name="T91" fmla="*/ 4824 h 4824"/>
              <a:gd name="T92" fmla="*/ 5343 w 6475"/>
              <a:gd name="T93" fmla="*/ 4824 h 4824"/>
              <a:gd name="T94" fmla="*/ 5343 w 6475"/>
              <a:gd name="T95" fmla="*/ 4277 h 4824"/>
              <a:gd name="T96" fmla="*/ 5343 w 6475"/>
              <a:gd name="T97" fmla="*/ 3730 h 4824"/>
              <a:gd name="T98" fmla="*/ 5891 w 6475"/>
              <a:gd name="T99" fmla="*/ 3730 h 4824"/>
              <a:gd name="T100" fmla="*/ 6440 w 6475"/>
              <a:gd name="T101" fmla="*/ 3730 h 4824"/>
              <a:gd name="T102" fmla="*/ 6440 w 6475"/>
              <a:gd name="T103" fmla="*/ 4277 h 4824"/>
              <a:gd name="T104" fmla="*/ 6440 w 6475"/>
              <a:gd name="T105" fmla="*/ 4824 h 4824"/>
              <a:gd name="T106" fmla="*/ 5891 w 6475"/>
              <a:gd name="T107" fmla="*/ 4824 h 4824"/>
              <a:gd name="T108" fmla="*/ 5343 w 6475"/>
              <a:gd name="T109" fmla="*/ 4824 h 48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475" h="4824">
                <a:moveTo>
                  <a:pt x="6475" y="1671"/>
                </a:moveTo>
                <a:lnTo>
                  <a:pt x="6332" y="2506"/>
                </a:lnTo>
                <a:lnTo>
                  <a:pt x="6191" y="3343"/>
                </a:lnTo>
                <a:lnTo>
                  <a:pt x="5547" y="3343"/>
                </a:lnTo>
                <a:lnTo>
                  <a:pt x="5428" y="2506"/>
                </a:lnTo>
                <a:lnTo>
                  <a:pt x="5309" y="1671"/>
                </a:lnTo>
                <a:lnTo>
                  <a:pt x="5309" y="835"/>
                </a:lnTo>
                <a:lnTo>
                  <a:pt x="5309" y="0"/>
                </a:lnTo>
                <a:lnTo>
                  <a:pt x="5892" y="0"/>
                </a:lnTo>
                <a:lnTo>
                  <a:pt x="6475" y="0"/>
                </a:lnTo>
                <a:lnTo>
                  <a:pt x="6475" y="835"/>
                </a:lnTo>
                <a:lnTo>
                  <a:pt x="6475" y="1671"/>
                </a:lnTo>
                <a:close/>
                <a:moveTo>
                  <a:pt x="3041" y="3007"/>
                </a:moveTo>
                <a:lnTo>
                  <a:pt x="2742" y="2147"/>
                </a:lnTo>
                <a:lnTo>
                  <a:pt x="2444" y="1289"/>
                </a:lnTo>
                <a:lnTo>
                  <a:pt x="2145" y="2147"/>
                </a:lnTo>
                <a:lnTo>
                  <a:pt x="1847" y="3007"/>
                </a:lnTo>
                <a:lnTo>
                  <a:pt x="2444" y="3007"/>
                </a:lnTo>
                <a:lnTo>
                  <a:pt x="3041" y="3007"/>
                </a:lnTo>
                <a:close/>
                <a:moveTo>
                  <a:pt x="4887" y="4824"/>
                </a:moveTo>
                <a:lnTo>
                  <a:pt x="4278" y="4824"/>
                </a:lnTo>
                <a:lnTo>
                  <a:pt x="3671" y="4824"/>
                </a:lnTo>
                <a:lnTo>
                  <a:pt x="3375" y="3971"/>
                </a:lnTo>
                <a:lnTo>
                  <a:pt x="2444" y="3971"/>
                </a:lnTo>
                <a:lnTo>
                  <a:pt x="1513" y="3971"/>
                </a:lnTo>
                <a:lnTo>
                  <a:pt x="1216" y="4824"/>
                </a:lnTo>
                <a:lnTo>
                  <a:pt x="607" y="4824"/>
                </a:lnTo>
                <a:lnTo>
                  <a:pt x="0" y="4824"/>
                </a:lnTo>
                <a:lnTo>
                  <a:pt x="214" y="4221"/>
                </a:lnTo>
                <a:lnTo>
                  <a:pt x="427" y="3618"/>
                </a:lnTo>
                <a:lnTo>
                  <a:pt x="641" y="3015"/>
                </a:lnTo>
                <a:lnTo>
                  <a:pt x="856" y="2412"/>
                </a:lnTo>
                <a:lnTo>
                  <a:pt x="1070" y="1809"/>
                </a:lnTo>
                <a:lnTo>
                  <a:pt x="1285" y="1206"/>
                </a:lnTo>
                <a:lnTo>
                  <a:pt x="1499" y="603"/>
                </a:lnTo>
                <a:lnTo>
                  <a:pt x="1714" y="0"/>
                </a:lnTo>
                <a:lnTo>
                  <a:pt x="2443" y="0"/>
                </a:lnTo>
                <a:lnTo>
                  <a:pt x="3173" y="0"/>
                </a:lnTo>
                <a:lnTo>
                  <a:pt x="3387" y="603"/>
                </a:lnTo>
                <a:lnTo>
                  <a:pt x="3601" y="1206"/>
                </a:lnTo>
                <a:lnTo>
                  <a:pt x="3814" y="1809"/>
                </a:lnTo>
                <a:lnTo>
                  <a:pt x="4029" y="2412"/>
                </a:lnTo>
                <a:lnTo>
                  <a:pt x="4243" y="3015"/>
                </a:lnTo>
                <a:lnTo>
                  <a:pt x="4458" y="3618"/>
                </a:lnTo>
                <a:lnTo>
                  <a:pt x="4672" y="4221"/>
                </a:lnTo>
                <a:lnTo>
                  <a:pt x="4887" y="4824"/>
                </a:lnTo>
                <a:close/>
                <a:moveTo>
                  <a:pt x="5343" y="4824"/>
                </a:moveTo>
                <a:lnTo>
                  <a:pt x="5343" y="4277"/>
                </a:lnTo>
                <a:lnTo>
                  <a:pt x="5343" y="3730"/>
                </a:lnTo>
                <a:lnTo>
                  <a:pt x="5891" y="3730"/>
                </a:lnTo>
                <a:lnTo>
                  <a:pt x="6440" y="3730"/>
                </a:lnTo>
                <a:lnTo>
                  <a:pt x="6440" y="4277"/>
                </a:lnTo>
                <a:lnTo>
                  <a:pt x="6440" y="4824"/>
                </a:lnTo>
                <a:lnTo>
                  <a:pt x="5891" y="4824"/>
                </a:lnTo>
                <a:lnTo>
                  <a:pt x="5343" y="48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 name="Date Placeholder 1">
            <a:extLst>
              <a:ext uri="{FF2B5EF4-FFF2-40B4-BE49-F238E27FC236}">
                <a16:creationId xmlns:a16="http://schemas.microsoft.com/office/drawing/2014/main" id="{2F31311B-B039-888D-706C-C02FE1F80175}"/>
              </a:ext>
            </a:extLst>
          </p:cNvPr>
          <p:cNvSpPr>
            <a:spLocks noGrp="1"/>
          </p:cNvSpPr>
          <p:nvPr>
            <p:ph type="dt" sz="half" idx="14"/>
          </p:nvPr>
        </p:nvSpPr>
        <p:spPr/>
        <p:txBody>
          <a:bodyPr/>
          <a:lstStyle/>
          <a:p>
            <a:r>
              <a:rPr lang="fi-FI"/>
              <a:t>06.05.2026</a:t>
            </a:r>
          </a:p>
        </p:txBody>
      </p:sp>
      <p:sp>
        <p:nvSpPr>
          <p:cNvPr id="3" name="Footer Placeholder 2">
            <a:extLst>
              <a:ext uri="{FF2B5EF4-FFF2-40B4-BE49-F238E27FC236}">
                <a16:creationId xmlns:a16="http://schemas.microsoft.com/office/drawing/2014/main" id="{17D5BFD0-08BF-877C-6A1F-C5951A8D2152}"/>
              </a:ext>
            </a:extLst>
          </p:cNvPr>
          <p:cNvSpPr>
            <a:spLocks noGrp="1"/>
          </p:cNvSpPr>
          <p:nvPr>
            <p:ph type="ftr" sz="quarter" idx="15"/>
          </p:nvPr>
        </p:nvSpPr>
        <p:spPr/>
        <p:txBody>
          <a:bodyPr/>
          <a:lstStyle/>
          <a:p>
            <a:r>
              <a:rPr lang="pt-BR"/>
              <a:t>Enrico Glerean (2026) CC-BY</a:t>
            </a:r>
            <a:endParaRPr lang="fi-FI"/>
          </a:p>
        </p:txBody>
      </p:sp>
      <p:sp>
        <p:nvSpPr>
          <p:cNvPr id="4" name="Slide Number Placeholder 3">
            <a:extLst>
              <a:ext uri="{FF2B5EF4-FFF2-40B4-BE49-F238E27FC236}">
                <a16:creationId xmlns:a16="http://schemas.microsoft.com/office/drawing/2014/main" id="{22ED29A7-39F7-6678-ED5C-1BFC1DE83DE3}"/>
              </a:ext>
            </a:extLst>
          </p:cNvPr>
          <p:cNvSpPr>
            <a:spLocks noGrp="1"/>
          </p:cNvSpPr>
          <p:nvPr>
            <p:ph type="sldNum" sz="quarter" idx="16"/>
          </p:nvPr>
        </p:nvSpPr>
        <p:spPr/>
        <p:txBody>
          <a:bodyPr/>
          <a:lstStyle/>
          <a:p>
            <a:fld id="{D701140D-C14F-41CA-99FC-0EF83E8DA40A}" type="slidenum">
              <a:rPr lang="fi-FI" smtClean="0"/>
              <a:pPr/>
              <a:t>‹#›</a:t>
            </a:fld>
            <a:endParaRPr lang="fi-FI"/>
          </a:p>
        </p:txBody>
      </p:sp>
      <p:sp>
        <p:nvSpPr>
          <p:cNvPr id="7" name="TextBox 6">
            <a:extLst>
              <a:ext uri="{FF2B5EF4-FFF2-40B4-BE49-F238E27FC236}">
                <a16:creationId xmlns:a16="http://schemas.microsoft.com/office/drawing/2014/main" id="{A2C0BA38-FC88-57DB-9D5F-17BBFA1AD9C4}"/>
              </a:ext>
            </a:extLst>
          </p:cNvPr>
          <p:cNvSpPr txBox="1"/>
          <p:nvPr/>
        </p:nvSpPr>
        <p:spPr>
          <a:xfrm>
            <a:off x="6456040" y="2249172"/>
            <a:ext cx="1512168" cy="504000"/>
          </a:xfrm>
          <a:prstGeom prst="rect">
            <a:avLst/>
          </a:prstGeom>
          <a:noFill/>
        </p:spPr>
        <p:txBody>
          <a:bodyPr wrap="none" lIns="0" tIns="0" rIns="0" bIns="0" rtlCol="0" anchor="b" anchorCtr="0">
            <a:noAutofit/>
          </a:bodyPr>
          <a:lstStyle/>
          <a:p>
            <a:pPr algn="l"/>
            <a:r>
              <a:rPr lang="en-US" sz="3200">
                <a:latin typeface="+mj-lt"/>
              </a:rPr>
              <a:t>Kiitos</a:t>
            </a:r>
          </a:p>
        </p:txBody>
      </p:sp>
      <p:sp>
        <p:nvSpPr>
          <p:cNvPr id="8" name="TextBox 7">
            <a:hlinkClick r:id="rId2"/>
            <a:extLst>
              <a:ext uri="{FF2B5EF4-FFF2-40B4-BE49-F238E27FC236}">
                <a16:creationId xmlns:a16="http://schemas.microsoft.com/office/drawing/2014/main" id="{ED4DAA49-5117-79E7-369F-3E00EDCAAED8}"/>
              </a:ext>
            </a:extLst>
          </p:cNvPr>
          <p:cNvSpPr txBox="1"/>
          <p:nvPr/>
        </p:nvSpPr>
        <p:spPr>
          <a:xfrm>
            <a:off x="6456040" y="2769778"/>
            <a:ext cx="1438214" cy="443198"/>
          </a:xfrm>
          <a:prstGeom prst="rect">
            <a:avLst/>
          </a:prstGeom>
        </p:spPr>
        <p:txBody>
          <a:bodyPr vert="horz" wrap="square" lIns="0" tIns="0" rIns="0" bIns="0" rtlCol="0" anchor="t" anchorCtr="0">
            <a:spAutoFit/>
          </a:bodyPr>
          <a:lstStyle>
            <a:lvl1pPr lvl="0" indent="0">
              <a:lnSpc>
                <a:spcPct val="90000"/>
              </a:lnSpc>
              <a:spcBef>
                <a:spcPts val="800"/>
              </a:spcBef>
              <a:buFontTx/>
              <a:buNone/>
              <a:defRPr sz="3000" b="1" spc="-50" baseline="0">
                <a:latin typeface="+mj-lt"/>
              </a:defRPr>
            </a:lvl1pPr>
            <a:lvl2pPr marL="266700" indent="-266700">
              <a:lnSpc>
                <a:spcPct val="100000"/>
              </a:lnSpc>
              <a:spcBef>
                <a:spcPts val="800"/>
              </a:spcBef>
              <a:buFont typeface="Arial" panose="020B0604020202020204" pitchFamily="34" charset="0"/>
              <a:buChar char="•"/>
              <a:defRPr sz="2000"/>
            </a:lvl2pPr>
            <a:lvl3pPr marL="542925" indent="-276225">
              <a:lnSpc>
                <a:spcPct val="100000"/>
              </a:lnSpc>
              <a:spcBef>
                <a:spcPts val="800"/>
              </a:spcBef>
              <a:buFont typeface="Arial" panose="020B0604020202020204" pitchFamily="34" charset="0"/>
              <a:buChar char="•"/>
            </a:lvl3pPr>
            <a:lvl4pPr marL="809625" indent="-266700">
              <a:lnSpc>
                <a:spcPct val="100000"/>
              </a:lnSpc>
              <a:spcBef>
                <a:spcPts val="800"/>
              </a:spcBef>
              <a:buFont typeface="Arial" panose="020B0604020202020204" pitchFamily="34" charset="0"/>
              <a:buChar char="•"/>
            </a:lvl4pPr>
            <a:lvl5pPr marL="1076325" indent="-266700">
              <a:lnSpc>
                <a:spcPct val="100000"/>
              </a:lnSpc>
              <a:spcBef>
                <a:spcPts val="800"/>
              </a:spcBef>
              <a:buFont typeface="Arial" panose="020B0604020202020204" pitchFamily="34" charset="0"/>
              <a:buChar char="•"/>
            </a:lvl5pPr>
            <a:lvl6pPr marL="1343025" indent="-266700">
              <a:lnSpc>
                <a:spcPct val="100000"/>
              </a:lnSpc>
              <a:spcBef>
                <a:spcPts val="800"/>
              </a:spcBef>
              <a:buFont typeface="Arial" panose="020B0604020202020204" pitchFamily="34" charset="0"/>
              <a:buChar char="•"/>
            </a:lvl6pPr>
            <a:lvl7pPr marL="1619250" indent="-276225">
              <a:lnSpc>
                <a:spcPct val="100000"/>
              </a:lnSpc>
              <a:spcBef>
                <a:spcPts val="800"/>
              </a:spcBef>
              <a:buFont typeface="Arial" panose="020B0604020202020204" pitchFamily="34" charset="0"/>
              <a:buChar char="•"/>
            </a:lvl7pPr>
            <a:lvl8pPr marL="1885950" indent="-266700">
              <a:lnSpc>
                <a:spcPct val="100000"/>
              </a:lnSpc>
              <a:spcBef>
                <a:spcPts val="800"/>
              </a:spcBef>
              <a:buFont typeface="Arial" panose="020B0604020202020204" pitchFamily="34" charset="0"/>
              <a:buChar char="•"/>
            </a:lvl8pPr>
            <a:lvl9pPr marL="2152650" indent="-266700">
              <a:lnSpc>
                <a:spcPct val="100000"/>
              </a:lnSpc>
              <a:spcBef>
                <a:spcPts val="800"/>
              </a:spcBef>
              <a:buFont typeface="Arial" panose="020B0604020202020204" pitchFamily="34" charset="0"/>
              <a:buChar char="•"/>
            </a:lvl9pPr>
          </a:lstStyle>
          <a:p>
            <a:pPr lvl="0"/>
            <a:r>
              <a:rPr lang="en-GB" sz="3200"/>
              <a:t>aalto.fi</a:t>
            </a:r>
          </a:p>
        </p:txBody>
      </p:sp>
      <p:cxnSp>
        <p:nvCxnSpPr>
          <p:cNvPr id="9" name="Straight Connector 8">
            <a:extLst>
              <a:ext uri="{FF2B5EF4-FFF2-40B4-BE49-F238E27FC236}">
                <a16:creationId xmlns:a16="http://schemas.microsoft.com/office/drawing/2014/main" id="{83DCA95A-EFB3-A3D7-88E6-2D13DAC91375}"/>
              </a:ext>
            </a:extLst>
          </p:cNvPr>
          <p:cNvCxnSpPr>
            <a:cxnSpLocks/>
          </p:cNvCxnSpPr>
          <p:nvPr/>
        </p:nvCxnSpPr>
        <p:spPr>
          <a:xfrm>
            <a:off x="6448576" y="2004866"/>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2050793"/>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3" Type="http://schemas.openxmlformats.org/officeDocument/2006/relationships/slideLayout" Target="../slideLayouts/slideLayout25.xml"/><Relationship Id="rId21" Type="http://schemas.openxmlformats.org/officeDocument/2006/relationships/slideLayout" Target="../slideLayouts/slideLayout43.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5" Type="http://schemas.openxmlformats.org/officeDocument/2006/relationships/image" Target="../media/image1.png"/><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slideLayout" Target="../slideLayouts/slideLayout42.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24" Type="http://schemas.openxmlformats.org/officeDocument/2006/relationships/theme" Target="../theme/theme2.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23" Type="http://schemas.openxmlformats.org/officeDocument/2006/relationships/slideLayout" Target="../slideLayouts/slideLayout45.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 Id="rId22" Type="http://schemas.openxmlformats.org/officeDocument/2006/relationships/slideLayout" Target="../slideLayouts/slideLayout4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18" Type="http://schemas.openxmlformats.org/officeDocument/2006/relationships/slideLayout" Target="../slideLayouts/slideLayout63.xml"/><Relationship Id="rId3" Type="http://schemas.openxmlformats.org/officeDocument/2006/relationships/slideLayout" Target="../slideLayouts/slideLayout48.xml"/><Relationship Id="rId21" Type="http://schemas.openxmlformats.org/officeDocument/2006/relationships/theme" Target="../theme/theme3.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17" Type="http://schemas.openxmlformats.org/officeDocument/2006/relationships/slideLayout" Target="../slideLayouts/slideLayout62.xml"/><Relationship Id="rId2" Type="http://schemas.openxmlformats.org/officeDocument/2006/relationships/slideLayout" Target="../slideLayouts/slideLayout47.xml"/><Relationship Id="rId16" Type="http://schemas.openxmlformats.org/officeDocument/2006/relationships/slideLayout" Target="../slideLayouts/slideLayout61.xml"/><Relationship Id="rId20" Type="http://schemas.openxmlformats.org/officeDocument/2006/relationships/slideLayout" Target="../slideLayouts/slideLayout65.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5" Type="http://schemas.openxmlformats.org/officeDocument/2006/relationships/slideLayout" Target="../slideLayouts/slideLayout60.xml"/><Relationship Id="rId10" Type="http://schemas.openxmlformats.org/officeDocument/2006/relationships/slideLayout" Target="../slideLayouts/slideLayout55.xml"/><Relationship Id="rId19" Type="http://schemas.openxmlformats.org/officeDocument/2006/relationships/slideLayout" Target="../slideLayouts/slideLayout64.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 Id="rId22"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68.xml"/><Relationship Id="rId7" Type="http://schemas.openxmlformats.org/officeDocument/2006/relationships/slideLayout" Target="../slideLayouts/slideLayout72.xml"/><Relationship Id="rId2" Type="http://schemas.openxmlformats.org/officeDocument/2006/relationships/slideLayout" Target="../slideLayouts/slideLayout67.xml"/><Relationship Id="rId1" Type="http://schemas.openxmlformats.org/officeDocument/2006/relationships/slideLayout" Target="../slideLayouts/slideLayout66.xml"/><Relationship Id="rId6" Type="http://schemas.openxmlformats.org/officeDocument/2006/relationships/slideLayout" Target="../slideLayouts/slideLayout71.xml"/><Relationship Id="rId5" Type="http://schemas.openxmlformats.org/officeDocument/2006/relationships/slideLayout" Target="../slideLayouts/slideLayout70.xml"/><Relationship Id="rId4" Type="http://schemas.openxmlformats.org/officeDocument/2006/relationships/slideLayout" Target="../slideLayouts/slideLayout69.xml"/><Relationship Id="rId9" Type="http://schemas.openxmlformats.org/officeDocument/2006/relationships/image" Target="../media/image1.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slideLayout" Target="../slideLayouts/slideLayout85.xml"/><Relationship Id="rId18" Type="http://schemas.openxmlformats.org/officeDocument/2006/relationships/slideLayout" Target="../slideLayouts/slideLayout90.xml"/><Relationship Id="rId3" Type="http://schemas.openxmlformats.org/officeDocument/2006/relationships/slideLayout" Target="../slideLayouts/slideLayout75.xml"/><Relationship Id="rId21" Type="http://schemas.openxmlformats.org/officeDocument/2006/relationships/image" Target="../media/image1.png"/><Relationship Id="rId7" Type="http://schemas.openxmlformats.org/officeDocument/2006/relationships/slideLayout" Target="../slideLayouts/slideLayout79.xml"/><Relationship Id="rId12" Type="http://schemas.openxmlformats.org/officeDocument/2006/relationships/slideLayout" Target="../slideLayouts/slideLayout84.xml"/><Relationship Id="rId17" Type="http://schemas.openxmlformats.org/officeDocument/2006/relationships/slideLayout" Target="../slideLayouts/slideLayout89.xml"/><Relationship Id="rId2" Type="http://schemas.openxmlformats.org/officeDocument/2006/relationships/slideLayout" Target="../slideLayouts/slideLayout74.xml"/><Relationship Id="rId16" Type="http://schemas.openxmlformats.org/officeDocument/2006/relationships/slideLayout" Target="../slideLayouts/slideLayout88.xml"/><Relationship Id="rId20" Type="http://schemas.openxmlformats.org/officeDocument/2006/relationships/theme" Target="../theme/theme5.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slideLayout" Target="../slideLayouts/slideLayout83.xml"/><Relationship Id="rId5" Type="http://schemas.openxmlformats.org/officeDocument/2006/relationships/slideLayout" Target="../slideLayouts/slideLayout77.xml"/><Relationship Id="rId15" Type="http://schemas.openxmlformats.org/officeDocument/2006/relationships/slideLayout" Target="../slideLayouts/slideLayout87.xml"/><Relationship Id="rId10" Type="http://schemas.openxmlformats.org/officeDocument/2006/relationships/slideLayout" Target="../slideLayouts/slideLayout82.xml"/><Relationship Id="rId19" Type="http://schemas.openxmlformats.org/officeDocument/2006/relationships/slideLayout" Target="../slideLayouts/slideLayout91.xml"/><Relationship Id="rId4" Type="http://schemas.openxmlformats.org/officeDocument/2006/relationships/slideLayout" Target="../slideLayouts/slideLayout76.xml"/><Relationship Id="rId9" Type="http://schemas.openxmlformats.org/officeDocument/2006/relationships/slideLayout" Target="../slideLayouts/slideLayout81.xml"/><Relationship Id="rId14" Type="http://schemas.openxmlformats.org/officeDocument/2006/relationships/slideLayout" Target="../slideLayouts/slideLayout8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99.xml"/><Relationship Id="rId13" Type="http://schemas.openxmlformats.org/officeDocument/2006/relationships/slideLayout" Target="../slideLayouts/slideLayout104.xml"/><Relationship Id="rId18" Type="http://schemas.openxmlformats.org/officeDocument/2006/relationships/slideLayout" Target="../slideLayouts/slideLayout109.xml"/><Relationship Id="rId3" Type="http://schemas.openxmlformats.org/officeDocument/2006/relationships/slideLayout" Target="../slideLayouts/slideLayout94.xml"/><Relationship Id="rId21" Type="http://schemas.openxmlformats.org/officeDocument/2006/relationships/theme" Target="../theme/theme6.xml"/><Relationship Id="rId7" Type="http://schemas.openxmlformats.org/officeDocument/2006/relationships/slideLayout" Target="../slideLayouts/slideLayout98.xml"/><Relationship Id="rId12" Type="http://schemas.openxmlformats.org/officeDocument/2006/relationships/slideLayout" Target="../slideLayouts/slideLayout103.xml"/><Relationship Id="rId17" Type="http://schemas.openxmlformats.org/officeDocument/2006/relationships/slideLayout" Target="../slideLayouts/slideLayout108.xml"/><Relationship Id="rId2" Type="http://schemas.openxmlformats.org/officeDocument/2006/relationships/slideLayout" Target="../slideLayouts/slideLayout93.xml"/><Relationship Id="rId16" Type="http://schemas.openxmlformats.org/officeDocument/2006/relationships/slideLayout" Target="../slideLayouts/slideLayout107.xml"/><Relationship Id="rId20" Type="http://schemas.openxmlformats.org/officeDocument/2006/relationships/slideLayout" Target="../slideLayouts/slideLayout111.xml"/><Relationship Id="rId1" Type="http://schemas.openxmlformats.org/officeDocument/2006/relationships/slideLayout" Target="../slideLayouts/slideLayout92.xml"/><Relationship Id="rId6" Type="http://schemas.openxmlformats.org/officeDocument/2006/relationships/slideLayout" Target="../slideLayouts/slideLayout97.xml"/><Relationship Id="rId11" Type="http://schemas.openxmlformats.org/officeDocument/2006/relationships/slideLayout" Target="../slideLayouts/slideLayout102.xml"/><Relationship Id="rId5" Type="http://schemas.openxmlformats.org/officeDocument/2006/relationships/slideLayout" Target="../slideLayouts/slideLayout96.xml"/><Relationship Id="rId15" Type="http://schemas.openxmlformats.org/officeDocument/2006/relationships/slideLayout" Target="../slideLayouts/slideLayout106.xml"/><Relationship Id="rId10" Type="http://schemas.openxmlformats.org/officeDocument/2006/relationships/slideLayout" Target="../slideLayouts/slideLayout101.xml"/><Relationship Id="rId19" Type="http://schemas.openxmlformats.org/officeDocument/2006/relationships/slideLayout" Target="../slideLayouts/slideLayout110.xml"/><Relationship Id="rId4" Type="http://schemas.openxmlformats.org/officeDocument/2006/relationships/slideLayout" Target="../slideLayouts/slideLayout95.xml"/><Relationship Id="rId9" Type="http://schemas.openxmlformats.org/officeDocument/2006/relationships/slideLayout" Target="../slideLayouts/slideLayout100.xml"/><Relationship Id="rId14" Type="http://schemas.openxmlformats.org/officeDocument/2006/relationships/slideLayout" Target="../slideLayouts/slideLayout105.xml"/><Relationship Id="rId22" Type="http://schemas.openxmlformats.org/officeDocument/2006/relationships/image" Target="../media/image1.png"/></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114.xml"/><Relationship Id="rId7" Type="http://schemas.openxmlformats.org/officeDocument/2006/relationships/image" Target="../media/image1.png"/><Relationship Id="rId2" Type="http://schemas.openxmlformats.org/officeDocument/2006/relationships/slideLayout" Target="../slideLayouts/slideLayout113.xml"/><Relationship Id="rId1" Type="http://schemas.openxmlformats.org/officeDocument/2006/relationships/slideLayout" Target="../slideLayouts/slideLayout112.xml"/><Relationship Id="rId6" Type="http://schemas.openxmlformats.org/officeDocument/2006/relationships/theme" Target="../theme/theme7.xml"/><Relationship Id="rId5" Type="http://schemas.openxmlformats.org/officeDocument/2006/relationships/slideLayout" Target="../slideLayouts/slideLayout116.xml"/><Relationship Id="rId4" Type="http://schemas.openxmlformats.org/officeDocument/2006/relationships/slideLayout" Target="../slideLayouts/slideLayout11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24.xml"/><Relationship Id="rId13" Type="http://schemas.openxmlformats.org/officeDocument/2006/relationships/slideLayout" Target="../slideLayouts/slideLayout129.xml"/><Relationship Id="rId3" Type="http://schemas.openxmlformats.org/officeDocument/2006/relationships/slideLayout" Target="../slideLayouts/slideLayout119.xml"/><Relationship Id="rId7" Type="http://schemas.openxmlformats.org/officeDocument/2006/relationships/slideLayout" Target="../slideLayouts/slideLayout123.xml"/><Relationship Id="rId12" Type="http://schemas.openxmlformats.org/officeDocument/2006/relationships/slideLayout" Target="../slideLayouts/slideLayout128.xml"/><Relationship Id="rId17" Type="http://schemas.openxmlformats.org/officeDocument/2006/relationships/image" Target="../media/image1.png"/><Relationship Id="rId2" Type="http://schemas.openxmlformats.org/officeDocument/2006/relationships/slideLayout" Target="../slideLayouts/slideLayout118.xml"/><Relationship Id="rId16" Type="http://schemas.openxmlformats.org/officeDocument/2006/relationships/theme" Target="../theme/theme8.xml"/><Relationship Id="rId1" Type="http://schemas.openxmlformats.org/officeDocument/2006/relationships/slideLayout" Target="../slideLayouts/slideLayout117.xml"/><Relationship Id="rId6" Type="http://schemas.openxmlformats.org/officeDocument/2006/relationships/slideLayout" Target="../slideLayouts/slideLayout122.xml"/><Relationship Id="rId11" Type="http://schemas.openxmlformats.org/officeDocument/2006/relationships/slideLayout" Target="../slideLayouts/slideLayout127.xml"/><Relationship Id="rId5" Type="http://schemas.openxmlformats.org/officeDocument/2006/relationships/slideLayout" Target="../slideLayouts/slideLayout121.xml"/><Relationship Id="rId15" Type="http://schemas.openxmlformats.org/officeDocument/2006/relationships/slideLayout" Target="../slideLayouts/slideLayout131.xml"/><Relationship Id="rId10" Type="http://schemas.openxmlformats.org/officeDocument/2006/relationships/slideLayout" Target="../slideLayouts/slideLayout126.xml"/><Relationship Id="rId4" Type="http://schemas.openxmlformats.org/officeDocument/2006/relationships/slideLayout" Target="../slideLayouts/slideLayout120.xml"/><Relationship Id="rId9" Type="http://schemas.openxmlformats.org/officeDocument/2006/relationships/slideLayout" Target="../slideLayouts/slideLayout125.xml"/><Relationship Id="rId14" Type="http://schemas.openxmlformats.org/officeDocument/2006/relationships/slideLayout" Target="../slideLayouts/slideLayout130.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39.xml"/><Relationship Id="rId3" Type="http://schemas.openxmlformats.org/officeDocument/2006/relationships/slideLayout" Target="../slideLayouts/slideLayout134.xml"/><Relationship Id="rId7" Type="http://schemas.openxmlformats.org/officeDocument/2006/relationships/slideLayout" Target="../slideLayouts/slideLayout138.xml"/><Relationship Id="rId2" Type="http://schemas.openxmlformats.org/officeDocument/2006/relationships/slideLayout" Target="../slideLayouts/slideLayout133.xml"/><Relationship Id="rId1" Type="http://schemas.openxmlformats.org/officeDocument/2006/relationships/slideLayout" Target="../slideLayouts/slideLayout132.xml"/><Relationship Id="rId6" Type="http://schemas.openxmlformats.org/officeDocument/2006/relationships/slideLayout" Target="../slideLayouts/slideLayout137.xml"/><Relationship Id="rId11" Type="http://schemas.openxmlformats.org/officeDocument/2006/relationships/image" Target="../media/image1.png"/><Relationship Id="rId5" Type="http://schemas.openxmlformats.org/officeDocument/2006/relationships/slideLayout" Target="../slideLayouts/slideLayout136.xml"/><Relationship Id="rId10" Type="http://schemas.openxmlformats.org/officeDocument/2006/relationships/theme" Target="../theme/theme9.xml"/><Relationship Id="rId4" Type="http://schemas.openxmlformats.org/officeDocument/2006/relationships/slideLayout" Target="../slideLayouts/slideLayout135.xml"/><Relationship Id="rId9" Type="http://schemas.openxmlformats.org/officeDocument/2006/relationships/slideLayout" Target="../slideLayouts/slideLayout140.xml"/></Relationships>
</file>

<file path=ppt/slideMasters/_rels/slideMaster10.xml.rels><?xml version="1.0" encoding="UTF-8" standalone="yes"?>
<Relationships xmlns="http://schemas.openxmlformats.org/package/2006/relationships"><Relationship Id="rId3" Type="http://schemas.openxmlformats.org/officeDocument/2006/relationships/slideLayout" Target="../slideLayouts/slideLayout143.xml"/><Relationship Id="rId2" Type="http://schemas.openxmlformats.org/officeDocument/2006/relationships/slideLayout" Target="../slideLayouts/slideLayout142.xml"/><Relationship Id="rId1" Type="http://schemas.openxmlformats.org/officeDocument/2006/relationships/slideLayout" Target="../slideLayouts/slideLayout141.xml"/><Relationship Id="rId6" Type="http://schemas.openxmlformats.org/officeDocument/2006/relationships/image" Target="../media/image1.png"/><Relationship Id="rId5" Type="http://schemas.openxmlformats.org/officeDocument/2006/relationships/theme" Target="../theme/theme10.xml"/><Relationship Id="rId4" Type="http://schemas.openxmlformats.org/officeDocument/2006/relationships/slideLayout" Target="../slideLayouts/slideLayout14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C65E8D-F825-584D-D6FB-F8C43CA5290B}"/>
              </a:ext>
            </a:extLst>
          </p:cNvPr>
          <p:cNvSpPr>
            <a:spLocks noGrp="1"/>
          </p:cNvSpPr>
          <p:nvPr>
            <p:ph type="title"/>
          </p:nvPr>
        </p:nvSpPr>
        <p:spPr>
          <a:xfrm>
            <a:off x="407987" y="404813"/>
            <a:ext cx="11376026" cy="1079971"/>
          </a:xfrm>
          <a:prstGeom prst="rect">
            <a:avLst/>
          </a:prstGeom>
        </p:spPr>
        <p:txBody>
          <a:bodyPr vert="horz" lIns="0" tIns="0" rIns="0" bIns="0" rtlCol="0" anchor="t" anchorCtr="0">
            <a:noAutofit/>
          </a:bodyPr>
          <a:lstStyle/>
          <a:p>
            <a:r>
              <a:rPr lang="en-US"/>
              <a:t>Click to edit Master title style</a:t>
            </a:r>
            <a:endParaRPr lang="fi-FI"/>
          </a:p>
        </p:txBody>
      </p:sp>
      <p:sp>
        <p:nvSpPr>
          <p:cNvPr id="3" name="Text Placeholder 2">
            <a:extLst>
              <a:ext uri="{FF2B5EF4-FFF2-40B4-BE49-F238E27FC236}">
                <a16:creationId xmlns:a16="http://schemas.microsoft.com/office/drawing/2014/main" id="{E0D11FC7-EFA2-69A1-189F-7A86286A46CC}"/>
              </a:ext>
            </a:extLst>
          </p:cNvPr>
          <p:cNvSpPr>
            <a:spLocks noGrp="1"/>
          </p:cNvSpPr>
          <p:nvPr>
            <p:ph type="body" idx="1"/>
          </p:nvPr>
        </p:nvSpPr>
        <p:spPr>
          <a:xfrm>
            <a:off x="407988" y="1844675"/>
            <a:ext cx="11376025" cy="403225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Date Placeholder 3">
            <a:extLst>
              <a:ext uri="{FF2B5EF4-FFF2-40B4-BE49-F238E27FC236}">
                <a16:creationId xmlns:a16="http://schemas.microsoft.com/office/drawing/2014/main" id="{743F7BF6-AD90-C909-77AF-27B553EAE67B}"/>
              </a:ext>
            </a:extLst>
          </p:cNvPr>
          <p:cNvSpPr>
            <a:spLocks noGrp="1"/>
          </p:cNvSpPr>
          <p:nvPr>
            <p:ph type="dt" sz="half" idx="2"/>
          </p:nvPr>
        </p:nvSpPr>
        <p:spPr>
          <a:xfrm>
            <a:off x="10200456" y="6309320"/>
            <a:ext cx="1152128" cy="143868"/>
          </a:xfrm>
          <a:prstGeom prst="rect">
            <a:avLst/>
          </a:prstGeom>
        </p:spPr>
        <p:txBody>
          <a:bodyPr vert="horz" lIns="0" tIns="0" rIns="0" bIns="0" rtlCol="0" anchor="ctr" anchorCtr="0">
            <a:noAutofit/>
          </a:bodyPr>
          <a:lstStyle>
            <a:lvl1pPr algn="r">
              <a:defRPr sz="800">
                <a:solidFill>
                  <a:schemeClr val="tx1"/>
                </a:solidFill>
                <a:latin typeface="+mj-lt"/>
              </a:defRPr>
            </a:lvl1pPr>
          </a:lstStyle>
          <a:p>
            <a:r>
              <a:rPr lang="fi-FI"/>
              <a:t>06.05.2026</a:t>
            </a:r>
          </a:p>
        </p:txBody>
      </p:sp>
      <p:sp>
        <p:nvSpPr>
          <p:cNvPr id="5" name="Footer Placeholder 4">
            <a:extLst>
              <a:ext uri="{FF2B5EF4-FFF2-40B4-BE49-F238E27FC236}">
                <a16:creationId xmlns:a16="http://schemas.microsoft.com/office/drawing/2014/main" id="{0F3C740A-22EB-F160-0AF7-8861ADCEA482}"/>
              </a:ext>
            </a:extLst>
          </p:cNvPr>
          <p:cNvSpPr>
            <a:spLocks noGrp="1"/>
          </p:cNvSpPr>
          <p:nvPr>
            <p:ph type="ftr" sz="quarter" idx="3"/>
          </p:nvPr>
        </p:nvSpPr>
        <p:spPr>
          <a:xfrm>
            <a:off x="1271464" y="6309320"/>
            <a:ext cx="8928992" cy="143869"/>
          </a:xfrm>
          <a:prstGeom prst="rect">
            <a:avLst/>
          </a:prstGeom>
        </p:spPr>
        <p:txBody>
          <a:bodyPr vert="horz" lIns="0" tIns="0" rIns="0" bIns="0" rtlCol="0" anchor="ctr" anchorCtr="0">
            <a:noAutofit/>
          </a:bodyPr>
          <a:lstStyle>
            <a:lvl1pPr algn="r">
              <a:defRPr sz="800">
                <a:solidFill>
                  <a:schemeClr val="tx1"/>
                </a:solidFill>
                <a:latin typeface="+mj-lt"/>
              </a:defRPr>
            </a:lvl1pPr>
          </a:lstStyle>
          <a:p>
            <a:r>
              <a:rPr lang="pt-BR"/>
              <a:t>Enrico Glerean (2026) CC-BY</a:t>
            </a:r>
            <a:endParaRPr lang="fi-FI"/>
          </a:p>
        </p:txBody>
      </p:sp>
      <p:sp>
        <p:nvSpPr>
          <p:cNvPr id="6" name="Slide Number Placeholder 5">
            <a:extLst>
              <a:ext uri="{FF2B5EF4-FFF2-40B4-BE49-F238E27FC236}">
                <a16:creationId xmlns:a16="http://schemas.microsoft.com/office/drawing/2014/main" id="{AFE010D8-B221-F972-68C1-3E01629A88DB}"/>
              </a:ext>
            </a:extLst>
          </p:cNvPr>
          <p:cNvSpPr>
            <a:spLocks noGrp="1"/>
          </p:cNvSpPr>
          <p:nvPr>
            <p:ph type="sldNum" sz="quarter" idx="4"/>
          </p:nvPr>
        </p:nvSpPr>
        <p:spPr>
          <a:xfrm>
            <a:off x="11352584" y="6309320"/>
            <a:ext cx="431428" cy="143869"/>
          </a:xfrm>
          <a:prstGeom prst="rect">
            <a:avLst/>
          </a:prstGeom>
        </p:spPr>
        <p:txBody>
          <a:bodyPr vert="horz" lIns="0" tIns="0" rIns="0" bIns="0" rtlCol="0" anchor="ctr" anchorCtr="0">
            <a:noAutofit/>
          </a:bodyPr>
          <a:lstStyle>
            <a:lvl1pPr algn="r">
              <a:defRPr sz="800" b="1">
                <a:solidFill>
                  <a:schemeClr val="tx1"/>
                </a:solidFill>
                <a:latin typeface="+mj-lt"/>
              </a:defRPr>
            </a:lvl1pPr>
          </a:lstStyle>
          <a:p>
            <a:fld id="{D701140D-C14F-41CA-99FC-0EF83E8DA40A}" type="slidenum">
              <a:rPr lang="fi-FI" smtClean="0"/>
              <a:pPr/>
              <a:t>‹#›</a:t>
            </a:fld>
            <a:endParaRPr lang="fi-FI"/>
          </a:p>
        </p:txBody>
      </p:sp>
      <p:sp>
        <p:nvSpPr>
          <p:cNvPr id="13" name="Freeform 5">
            <a:extLst>
              <a:ext uri="{FF2B5EF4-FFF2-40B4-BE49-F238E27FC236}">
                <a16:creationId xmlns:a16="http://schemas.microsoft.com/office/drawing/2014/main" id="{5C5E2C33-AA03-78AB-8665-63E23F2C35E4}"/>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i-FI"/>
          </a:p>
        </p:txBody>
      </p:sp>
      <p:sp>
        <p:nvSpPr>
          <p:cNvPr id="14" name="(c)" hidden="1">
            <a:extLst>
              <a:ext uri="{FF2B5EF4-FFF2-40B4-BE49-F238E27FC236}">
                <a16:creationId xmlns:a16="http://schemas.microsoft.com/office/drawing/2014/main" id="{8C5E7599-C4F7-9F42-0FC3-001CFA949BE0}"/>
              </a:ext>
            </a:extLst>
          </p:cNvPr>
          <p:cNvSpPr txBox="1">
            <a:spLocks noGrp="1" noRot="1" noMove="1" noResize="1" noEditPoints="1" noAdjustHandles="1" noChangeArrowheads="1" noChangeShapeType="1"/>
          </p:cNvSpPr>
          <p:nvPr/>
        </p:nvSpPr>
        <p:spPr>
          <a:xfrm>
            <a:off x="11992930" y="6891795"/>
            <a:ext cx="192360" cy="30778"/>
          </a:xfrm>
          <a:prstGeom prst="rect">
            <a:avLst/>
          </a:prstGeom>
          <a:noFill/>
        </p:spPr>
        <p:txBody>
          <a:bodyPr wrap="none" lIns="0" tIns="0" rIns="0" bIns="0" rtlCol="0">
            <a:spAutoFit/>
          </a:bodyPr>
          <a:lstStyle/>
          <a:p>
            <a:pPr algn="r"/>
            <a:r>
              <a:rPr lang="fi-FI" sz="200" noProof="1">
                <a:solidFill>
                  <a:schemeClr val="bg1"/>
                </a:solidFill>
                <a:latin typeface="+mn-lt"/>
              </a:rPr>
              <a:t>©grow. for</a:t>
            </a:r>
            <a:r>
              <a:rPr lang="fi-FI" sz="200" baseline="0" noProof="1">
                <a:solidFill>
                  <a:schemeClr val="bg1"/>
                </a:solidFill>
                <a:latin typeface="+mn-lt"/>
              </a:rPr>
              <a:t> aalto</a:t>
            </a:r>
            <a:endParaRPr lang="fi-FI" sz="200" noProof="1">
              <a:solidFill>
                <a:schemeClr val="bg1"/>
              </a:solidFill>
              <a:latin typeface="+mn-lt"/>
            </a:endParaRPr>
          </a:p>
        </p:txBody>
      </p:sp>
      <p:pic>
        <p:nvPicPr>
          <p:cNvPr id="15" name="(logo)" descr="Z:\GRW (grow)\logot\copyright_grow.png" hidden="1">
            <a:extLst>
              <a:ext uri="{FF2B5EF4-FFF2-40B4-BE49-F238E27FC236}">
                <a16:creationId xmlns:a16="http://schemas.microsoft.com/office/drawing/2014/main" id="{2253F43D-7AF1-7EB4-2D74-17D11A66FF4A}"/>
              </a:ext>
            </a:extLst>
          </p:cNvPr>
          <p:cNvPicPr>
            <a:picLocks noGrp="1" noRot="1" noChangeAspect="1" noMove="1" noResize="1" noEditPoints="1" noAdjustHandles="1" noChangeArrowheads="1" noChangeShapeType="1" noCrop="1"/>
          </p:cNvPicPr>
          <p:nvPr/>
        </p:nvPicPr>
        <p:blipFill>
          <a:blip r:embed="rId24" cstate="print">
            <a:extLst>
              <a:ext uri="{28A0092B-C50C-407E-A947-70E740481C1C}">
                <a14:useLocalDpi xmlns:a14="http://schemas.microsoft.com/office/drawing/2010/main" val="0"/>
              </a:ext>
            </a:extLst>
          </a:blip>
          <a:srcRect/>
          <a:stretch>
            <a:fillRect/>
          </a:stretch>
        </p:blipFill>
        <p:spPr bwMode="auto">
          <a:xfrm>
            <a:off x="0" y="-36000"/>
            <a:ext cx="60261" cy="1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6562807"/>
      </p:ext>
    </p:extLst>
  </p:cSld>
  <p:clrMap bg1="lt1" tx1="dk1" bg2="lt2" tx2="dk2" accent1="accent1" accent2="accent2" accent3="accent3" accent4="accent4" accent5="accent5" accent6="accent6" hlink="hlink" folHlink="folHlink"/>
  <p:sldLayoutIdLst>
    <p:sldLayoutId id="2147484140" r:id="rId1"/>
    <p:sldLayoutId id="2147484141" r:id="rId2"/>
    <p:sldLayoutId id="2147484142" r:id="rId3"/>
    <p:sldLayoutId id="2147484143" r:id="rId4"/>
    <p:sldLayoutId id="2147484144" r:id="rId5"/>
    <p:sldLayoutId id="2147484145" r:id="rId6"/>
    <p:sldLayoutId id="2147484146" r:id="rId7"/>
    <p:sldLayoutId id="2147484147" r:id="rId8"/>
    <p:sldLayoutId id="2147484148" r:id="rId9"/>
    <p:sldLayoutId id="2147484149" r:id="rId10"/>
    <p:sldLayoutId id="2147484150" r:id="rId11"/>
    <p:sldLayoutId id="2147484151" r:id="rId12"/>
    <p:sldLayoutId id="2147484152" r:id="rId13"/>
    <p:sldLayoutId id="2147484153" r:id="rId14"/>
    <p:sldLayoutId id="2147484154" r:id="rId15"/>
    <p:sldLayoutId id="2147484155" r:id="rId16"/>
    <p:sldLayoutId id="2147484156" r:id="rId17"/>
    <p:sldLayoutId id="2147484157" r:id="rId18"/>
    <p:sldLayoutId id="2147484158" r:id="rId19"/>
    <p:sldLayoutId id="2147484159" r:id="rId20"/>
    <p:sldLayoutId id="2147484160" r:id="rId21"/>
    <p:sldLayoutId id="2147484161" r:id="rId22"/>
  </p:sldLayoutIdLst>
  <p:hf hdr="0"/>
  <p:txStyles>
    <p:titleStyle>
      <a:lvl1pPr algn="l" defTabSz="914400" rtl="0" eaLnBrk="1" latinLnBrk="0" hangingPunct="1">
        <a:lnSpc>
          <a:spcPct val="90000"/>
        </a:lnSpc>
        <a:spcBef>
          <a:spcPct val="0"/>
        </a:spcBef>
        <a:buNone/>
        <a:defRPr sz="3000" b="1" kern="1200" spc="-5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p15:clr>
            <a:srgbClr val="F26B43"/>
          </p15:clr>
        </p15:guide>
        <p15:guide id="3" pos="257">
          <p15:clr>
            <a:srgbClr val="F26B43"/>
          </p15:clr>
        </p15:guide>
        <p15:guide id="4" pos="7423">
          <p15:clr>
            <a:srgbClr val="F26B43"/>
          </p15:clr>
        </p15:guide>
        <p15:guide id="5" orient="horz" pos="3702">
          <p15:clr>
            <a:srgbClr val="F26B43"/>
          </p15:clr>
        </p15:guide>
        <p15:guide id="6" orient="horz" pos="255">
          <p15:clr>
            <a:srgbClr val="F26B43"/>
          </p15:clr>
        </p15:guide>
        <p15:guide id="7" orient="horz" pos="1389">
          <p15:clr>
            <a:srgbClr val="F26B43"/>
          </p15:clr>
        </p15:guide>
        <p15:guide id="9" orient="horz" pos="1162">
          <p15:clr>
            <a:srgbClr val="F26B43"/>
          </p15:clr>
        </p15:guide>
        <p15:guide id="10" pos="665">
          <p15:clr>
            <a:srgbClr val="F26B43"/>
          </p15:clr>
        </p15:guide>
        <p15:guide id="11" pos="7015">
          <p15:clr>
            <a:srgbClr val="F26B43"/>
          </p15:clr>
        </p15:guide>
        <p15:guide id="13" orient="horz" pos="216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C65E8D-F825-584D-D6FB-F8C43CA5290B}"/>
              </a:ext>
            </a:extLst>
          </p:cNvPr>
          <p:cNvSpPr>
            <a:spLocks noGrp="1"/>
          </p:cNvSpPr>
          <p:nvPr>
            <p:ph type="title"/>
          </p:nvPr>
        </p:nvSpPr>
        <p:spPr>
          <a:xfrm>
            <a:off x="407987" y="404813"/>
            <a:ext cx="11376026" cy="1079971"/>
          </a:xfrm>
          <a:prstGeom prst="rect">
            <a:avLst/>
          </a:prstGeom>
        </p:spPr>
        <p:txBody>
          <a:bodyPr vert="horz" lIns="0" tIns="0" rIns="0" bIns="0" rtlCol="0" anchor="t" anchorCtr="0">
            <a:noAutofit/>
          </a:bodyPr>
          <a:lstStyle/>
          <a:p>
            <a:r>
              <a:rPr lang="en-GB"/>
              <a:t>Click to edit Master title style</a:t>
            </a:r>
            <a:endParaRPr lang="fi-FI"/>
          </a:p>
        </p:txBody>
      </p:sp>
      <p:sp>
        <p:nvSpPr>
          <p:cNvPr id="3" name="Text Placeholder 2">
            <a:extLst>
              <a:ext uri="{FF2B5EF4-FFF2-40B4-BE49-F238E27FC236}">
                <a16:creationId xmlns:a16="http://schemas.microsoft.com/office/drawing/2014/main" id="{E0D11FC7-EFA2-69A1-189F-7A86286A46CC}"/>
              </a:ext>
            </a:extLst>
          </p:cNvPr>
          <p:cNvSpPr>
            <a:spLocks noGrp="1"/>
          </p:cNvSpPr>
          <p:nvPr>
            <p:ph type="body" idx="1"/>
          </p:nvPr>
        </p:nvSpPr>
        <p:spPr>
          <a:xfrm>
            <a:off x="407988" y="1844675"/>
            <a:ext cx="11376025" cy="4032250"/>
          </a:xfrm>
          <a:prstGeom prst="rect">
            <a:avLst/>
          </a:prstGeom>
        </p:spPr>
        <p:txBody>
          <a:bodyPr vert="horz" lIns="0" tIns="0" rIns="0" bIns="0" rtlCol="0" anchor="t" anchorCtr="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i-FI"/>
          </a:p>
        </p:txBody>
      </p:sp>
      <p:sp>
        <p:nvSpPr>
          <p:cNvPr id="4" name="Date Placeholder 3">
            <a:extLst>
              <a:ext uri="{FF2B5EF4-FFF2-40B4-BE49-F238E27FC236}">
                <a16:creationId xmlns:a16="http://schemas.microsoft.com/office/drawing/2014/main" id="{743F7BF6-AD90-C909-77AF-27B553EAE67B}"/>
              </a:ext>
            </a:extLst>
          </p:cNvPr>
          <p:cNvSpPr>
            <a:spLocks noGrp="1"/>
          </p:cNvSpPr>
          <p:nvPr>
            <p:ph type="dt" sz="half" idx="2"/>
          </p:nvPr>
        </p:nvSpPr>
        <p:spPr>
          <a:xfrm>
            <a:off x="10200456" y="6309320"/>
            <a:ext cx="1152128" cy="143868"/>
          </a:xfrm>
          <a:prstGeom prst="rect">
            <a:avLst/>
          </a:prstGeom>
        </p:spPr>
        <p:txBody>
          <a:bodyPr vert="horz" lIns="0" tIns="0" rIns="0" bIns="0" rtlCol="0" anchor="ctr" anchorCtr="0">
            <a:noAutofit/>
          </a:bodyPr>
          <a:lstStyle>
            <a:lvl1pPr algn="r">
              <a:defRPr sz="800">
                <a:solidFill>
                  <a:schemeClr val="tx1"/>
                </a:solidFill>
                <a:latin typeface="+mj-lt"/>
              </a:defRPr>
            </a:lvl1pPr>
          </a:lstStyle>
          <a:p>
            <a:r>
              <a:rPr lang="fi-FI"/>
              <a:t>06.05.2026</a:t>
            </a:r>
          </a:p>
        </p:txBody>
      </p:sp>
      <p:sp>
        <p:nvSpPr>
          <p:cNvPr id="5" name="Footer Placeholder 4">
            <a:extLst>
              <a:ext uri="{FF2B5EF4-FFF2-40B4-BE49-F238E27FC236}">
                <a16:creationId xmlns:a16="http://schemas.microsoft.com/office/drawing/2014/main" id="{0F3C740A-22EB-F160-0AF7-8861ADCEA482}"/>
              </a:ext>
            </a:extLst>
          </p:cNvPr>
          <p:cNvSpPr>
            <a:spLocks noGrp="1"/>
          </p:cNvSpPr>
          <p:nvPr>
            <p:ph type="ftr" sz="quarter" idx="3"/>
          </p:nvPr>
        </p:nvSpPr>
        <p:spPr>
          <a:xfrm>
            <a:off x="1271464" y="6309320"/>
            <a:ext cx="8928992" cy="143869"/>
          </a:xfrm>
          <a:prstGeom prst="rect">
            <a:avLst/>
          </a:prstGeom>
        </p:spPr>
        <p:txBody>
          <a:bodyPr vert="horz" lIns="0" tIns="0" rIns="0" bIns="0" rtlCol="0" anchor="ctr" anchorCtr="0">
            <a:noAutofit/>
          </a:bodyPr>
          <a:lstStyle>
            <a:lvl1pPr algn="r">
              <a:defRPr sz="800">
                <a:solidFill>
                  <a:schemeClr val="tx1"/>
                </a:solidFill>
                <a:latin typeface="+mj-lt"/>
              </a:defRPr>
            </a:lvl1pPr>
          </a:lstStyle>
          <a:p>
            <a:r>
              <a:rPr lang="pt-BR"/>
              <a:t>Enrico Glerean (2026) CC-BY</a:t>
            </a:r>
            <a:endParaRPr lang="fi-FI"/>
          </a:p>
        </p:txBody>
      </p:sp>
      <p:sp>
        <p:nvSpPr>
          <p:cNvPr id="6" name="Slide Number Placeholder 5">
            <a:extLst>
              <a:ext uri="{FF2B5EF4-FFF2-40B4-BE49-F238E27FC236}">
                <a16:creationId xmlns:a16="http://schemas.microsoft.com/office/drawing/2014/main" id="{AFE010D8-B221-F972-68C1-3E01629A88DB}"/>
              </a:ext>
            </a:extLst>
          </p:cNvPr>
          <p:cNvSpPr>
            <a:spLocks noGrp="1"/>
          </p:cNvSpPr>
          <p:nvPr>
            <p:ph type="sldNum" sz="quarter" idx="4"/>
          </p:nvPr>
        </p:nvSpPr>
        <p:spPr>
          <a:xfrm>
            <a:off x="11352584" y="6309320"/>
            <a:ext cx="431428" cy="143869"/>
          </a:xfrm>
          <a:prstGeom prst="rect">
            <a:avLst/>
          </a:prstGeom>
        </p:spPr>
        <p:txBody>
          <a:bodyPr vert="horz" lIns="0" tIns="0" rIns="0" bIns="0" rtlCol="0" anchor="ctr" anchorCtr="0">
            <a:noAutofit/>
          </a:bodyPr>
          <a:lstStyle>
            <a:lvl1pPr algn="r">
              <a:defRPr sz="800" b="1">
                <a:solidFill>
                  <a:schemeClr val="tx1"/>
                </a:solidFill>
                <a:latin typeface="+mj-lt"/>
              </a:defRPr>
            </a:lvl1pPr>
          </a:lstStyle>
          <a:p>
            <a:fld id="{D701140D-C14F-41CA-99FC-0EF83E8DA40A}" type="slidenum">
              <a:rPr lang="fi-FI" smtClean="0"/>
              <a:pPr/>
              <a:t>‹#›</a:t>
            </a:fld>
            <a:endParaRPr lang="fi-FI"/>
          </a:p>
        </p:txBody>
      </p:sp>
      <p:sp>
        <p:nvSpPr>
          <p:cNvPr id="13" name="Freeform 5">
            <a:extLst>
              <a:ext uri="{FF2B5EF4-FFF2-40B4-BE49-F238E27FC236}">
                <a16:creationId xmlns:a16="http://schemas.microsoft.com/office/drawing/2014/main" id="{5C5E2C33-AA03-78AB-8665-63E23F2C35E4}"/>
              </a:ext>
              <a:ext uri="{C183D7F6-B498-43B3-948B-1728B52AA6E4}">
                <adec:decorative xmlns:adec="http://schemas.microsoft.com/office/drawing/2017/decorative" val="1"/>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i-FI"/>
          </a:p>
        </p:txBody>
      </p:sp>
      <p:sp>
        <p:nvSpPr>
          <p:cNvPr id="14" name="(c)" hidden="1">
            <a:extLst>
              <a:ext uri="{FF2B5EF4-FFF2-40B4-BE49-F238E27FC236}">
                <a16:creationId xmlns:a16="http://schemas.microsoft.com/office/drawing/2014/main" id="{8C5E7599-C4F7-9F42-0FC3-001CFA949BE0}"/>
              </a:ext>
            </a:extLst>
          </p:cNvPr>
          <p:cNvSpPr txBox="1">
            <a:spLocks noGrp="1" noRot="1" noMove="1" noResize="1" noEditPoints="1" noAdjustHandles="1" noChangeArrowheads="1" noChangeShapeType="1"/>
          </p:cNvSpPr>
          <p:nvPr/>
        </p:nvSpPr>
        <p:spPr>
          <a:xfrm>
            <a:off x="11992930" y="6891795"/>
            <a:ext cx="192360" cy="30778"/>
          </a:xfrm>
          <a:prstGeom prst="rect">
            <a:avLst/>
          </a:prstGeom>
          <a:noFill/>
        </p:spPr>
        <p:txBody>
          <a:bodyPr wrap="none" lIns="0" tIns="0" rIns="0" bIns="0" rtlCol="0">
            <a:spAutoFit/>
          </a:bodyPr>
          <a:lstStyle/>
          <a:p>
            <a:pPr algn="r"/>
            <a:r>
              <a:rPr lang="fi-FI" sz="200" noProof="1">
                <a:solidFill>
                  <a:schemeClr val="bg1"/>
                </a:solidFill>
                <a:latin typeface="+mn-lt"/>
              </a:rPr>
              <a:t>©grow. for</a:t>
            </a:r>
            <a:r>
              <a:rPr lang="fi-FI" sz="200" baseline="0" noProof="1">
                <a:solidFill>
                  <a:schemeClr val="bg1"/>
                </a:solidFill>
                <a:latin typeface="+mn-lt"/>
              </a:rPr>
              <a:t> aalto</a:t>
            </a:r>
            <a:endParaRPr lang="fi-FI" sz="200" noProof="1">
              <a:solidFill>
                <a:schemeClr val="bg1"/>
              </a:solidFill>
              <a:latin typeface="+mn-lt"/>
            </a:endParaRPr>
          </a:p>
        </p:txBody>
      </p:sp>
      <p:pic>
        <p:nvPicPr>
          <p:cNvPr id="15" name="(logo)" descr="Z:\GRW (grow)\logot\copyright_grow.png" hidden="1">
            <a:extLst>
              <a:ext uri="{FF2B5EF4-FFF2-40B4-BE49-F238E27FC236}">
                <a16:creationId xmlns:a16="http://schemas.microsoft.com/office/drawing/2014/main" id="{2253F43D-7AF1-7EB4-2D74-17D11A66FF4A}"/>
              </a:ext>
            </a:extLst>
          </p:cNvPr>
          <p:cNvPicPr>
            <a:picLocks noGrp="1" noRot="1" noChangeAspect="1" noMove="1" noResize="1" noEditPoints="1" noAdjustHandles="1" noChangeArrowheads="1" noChangeShapeType="1" noCrop="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0" y="-36000"/>
            <a:ext cx="60261" cy="1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6131640"/>
      </p:ext>
    </p:extLst>
  </p:cSld>
  <p:clrMap bg1="lt1" tx1="dk1" bg2="lt2" tx2="dk2" accent1="accent1" accent2="accent2" accent3="accent3" accent4="accent4" accent5="accent5" accent6="accent6" hlink="hlink" folHlink="folHlink"/>
  <p:sldLayoutIdLst>
    <p:sldLayoutId id="2147484083" r:id="rId1"/>
    <p:sldLayoutId id="2147484084" r:id="rId2"/>
    <p:sldLayoutId id="2147484085" r:id="rId3"/>
    <p:sldLayoutId id="2147484086" r:id="rId4"/>
    <p:sldLayoutId id="2147484087" r:id="rId5"/>
    <p:sldLayoutId id="2147484088" r:id="rId6"/>
    <p:sldLayoutId id="2147484089" r:id="rId7"/>
    <p:sldLayoutId id="2147484090" r:id="rId8"/>
    <p:sldLayoutId id="2147484091" r:id="rId9"/>
    <p:sldLayoutId id="2147484092" r:id="rId10"/>
    <p:sldLayoutId id="2147484093" r:id="rId11"/>
    <p:sldLayoutId id="2147484094" r:id="rId12"/>
    <p:sldLayoutId id="2147484095" r:id="rId13"/>
    <p:sldLayoutId id="2147484096" r:id="rId14"/>
    <p:sldLayoutId id="2147484097" r:id="rId15"/>
    <p:sldLayoutId id="2147484098" r:id="rId16"/>
    <p:sldLayoutId id="2147484099" r:id="rId17"/>
    <p:sldLayoutId id="2147484100" r:id="rId18"/>
    <p:sldLayoutId id="2147484101" r:id="rId19"/>
    <p:sldLayoutId id="2147484102" r:id="rId20"/>
    <p:sldLayoutId id="2147484103" r:id="rId21"/>
    <p:sldLayoutId id="2147484104" r:id="rId22"/>
    <p:sldLayoutId id="2147484105" r:id="rId23"/>
  </p:sldLayoutIdLst>
  <p:hf hdr="0"/>
  <p:txStyles>
    <p:titleStyle>
      <a:lvl1pPr algn="l" defTabSz="914400" rtl="0" eaLnBrk="1" latinLnBrk="0" hangingPunct="1">
        <a:lnSpc>
          <a:spcPct val="90000"/>
        </a:lnSpc>
        <a:spcBef>
          <a:spcPct val="0"/>
        </a:spcBef>
        <a:buNone/>
        <a:defRPr sz="3000" b="1" kern="1200" spc="-5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p15:clr>
            <a:srgbClr val="F26B43"/>
          </p15:clr>
        </p15:guide>
        <p15:guide id="3" pos="257">
          <p15:clr>
            <a:srgbClr val="F26B43"/>
          </p15:clr>
        </p15:guide>
        <p15:guide id="4" pos="7423">
          <p15:clr>
            <a:srgbClr val="F26B43"/>
          </p15:clr>
        </p15:guide>
        <p15:guide id="5" orient="horz" pos="3702">
          <p15:clr>
            <a:srgbClr val="F26B43"/>
          </p15:clr>
        </p15:guide>
        <p15:guide id="6" orient="horz" pos="255">
          <p15:clr>
            <a:srgbClr val="F26B43"/>
          </p15:clr>
        </p15:guide>
        <p15:guide id="7" orient="horz" pos="1389">
          <p15:clr>
            <a:srgbClr val="F26B43"/>
          </p15:clr>
        </p15:guide>
        <p15:guide id="9" orient="horz" pos="1162">
          <p15:clr>
            <a:srgbClr val="F26B43"/>
          </p15:clr>
        </p15:guide>
        <p15:guide id="10" pos="665">
          <p15:clr>
            <a:srgbClr val="F26B43"/>
          </p15:clr>
        </p15:guide>
        <p15:guide id="11" pos="7015">
          <p15:clr>
            <a:srgbClr val="F26B43"/>
          </p15:clr>
        </p15:guide>
        <p15:guide id="13" orient="horz" pos="216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C65E8D-F825-584D-D6FB-F8C43CA5290B}"/>
              </a:ext>
            </a:extLst>
          </p:cNvPr>
          <p:cNvSpPr>
            <a:spLocks noGrp="1"/>
          </p:cNvSpPr>
          <p:nvPr>
            <p:ph type="title"/>
          </p:nvPr>
        </p:nvSpPr>
        <p:spPr>
          <a:xfrm>
            <a:off x="407987" y="404813"/>
            <a:ext cx="11376026" cy="1079971"/>
          </a:xfrm>
          <a:prstGeom prst="rect">
            <a:avLst/>
          </a:prstGeom>
        </p:spPr>
        <p:txBody>
          <a:bodyPr vert="horz" lIns="0" tIns="0" rIns="0" bIns="0" rtlCol="0" anchor="t" anchorCtr="0">
            <a:noAutofit/>
          </a:bodyPr>
          <a:lstStyle/>
          <a:p>
            <a:r>
              <a:rPr lang="en-US"/>
              <a:t>Click to edit Master title style</a:t>
            </a:r>
            <a:endParaRPr lang="fi-FI"/>
          </a:p>
        </p:txBody>
      </p:sp>
      <p:sp>
        <p:nvSpPr>
          <p:cNvPr id="3" name="Text Placeholder 2">
            <a:extLst>
              <a:ext uri="{FF2B5EF4-FFF2-40B4-BE49-F238E27FC236}">
                <a16:creationId xmlns:a16="http://schemas.microsoft.com/office/drawing/2014/main" id="{E0D11FC7-EFA2-69A1-189F-7A86286A46CC}"/>
              </a:ext>
            </a:extLst>
          </p:cNvPr>
          <p:cNvSpPr>
            <a:spLocks noGrp="1"/>
          </p:cNvSpPr>
          <p:nvPr>
            <p:ph type="body" idx="1"/>
          </p:nvPr>
        </p:nvSpPr>
        <p:spPr>
          <a:xfrm>
            <a:off x="407988" y="1844675"/>
            <a:ext cx="11376025" cy="403225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Date Placeholder 3">
            <a:extLst>
              <a:ext uri="{FF2B5EF4-FFF2-40B4-BE49-F238E27FC236}">
                <a16:creationId xmlns:a16="http://schemas.microsoft.com/office/drawing/2014/main" id="{743F7BF6-AD90-C909-77AF-27B553EAE67B}"/>
              </a:ext>
            </a:extLst>
          </p:cNvPr>
          <p:cNvSpPr>
            <a:spLocks noGrp="1"/>
          </p:cNvSpPr>
          <p:nvPr>
            <p:ph type="dt" sz="half" idx="2"/>
          </p:nvPr>
        </p:nvSpPr>
        <p:spPr>
          <a:xfrm>
            <a:off x="10200456" y="6309320"/>
            <a:ext cx="1152128" cy="143868"/>
          </a:xfrm>
          <a:prstGeom prst="rect">
            <a:avLst/>
          </a:prstGeom>
        </p:spPr>
        <p:txBody>
          <a:bodyPr vert="horz" lIns="0" tIns="0" rIns="0" bIns="0" rtlCol="0" anchor="ctr" anchorCtr="0">
            <a:noAutofit/>
          </a:bodyPr>
          <a:lstStyle>
            <a:lvl1pPr algn="r">
              <a:defRPr sz="800">
                <a:solidFill>
                  <a:schemeClr val="tx1"/>
                </a:solidFill>
                <a:latin typeface="+mj-lt"/>
              </a:defRPr>
            </a:lvl1pPr>
          </a:lstStyle>
          <a:p>
            <a:r>
              <a:rPr lang="fi-FI"/>
              <a:t>06.05.2026</a:t>
            </a:r>
          </a:p>
        </p:txBody>
      </p:sp>
      <p:sp>
        <p:nvSpPr>
          <p:cNvPr id="5" name="Footer Placeholder 4">
            <a:extLst>
              <a:ext uri="{FF2B5EF4-FFF2-40B4-BE49-F238E27FC236}">
                <a16:creationId xmlns:a16="http://schemas.microsoft.com/office/drawing/2014/main" id="{0F3C740A-22EB-F160-0AF7-8861ADCEA482}"/>
              </a:ext>
            </a:extLst>
          </p:cNvPr>
          <p:cNvSpPr>
            <a:spLocks noGrp="1"/>
          </p:cNvSpPr>
          <p:nvPr>
            <p:ph type="ftr" sz="quarter" idx="3"/>
          </p:nvPr>
        </p:nvSpPr>
        <p:spPr>
          <a:xfrm>
            <a:off x="1271464" y="6309320"/>
            <a:ext cx="8928992" cy="143869"/>
          </a:xfrm>
          <a:prstGeom prst="rect">
            <a:avLst/>
          </a:prstGeom>
        </p:spPr>
        <p:txBody>
          <a:bodyPr vert="horz" lIns="0" tIns="0" rIns="0" bIns="0" rtlCol="0" anchor="ctr" anchorCtr="0">
            <a:noAutofit/>
          </a:bodyPr>
          <a:lstStyle>
            <a:lvl1pPr algn="r">
              <a:defRPr sz="800">
                <a:solidFill>
                  <a:schemeClr val="tx1"/>
                </a:solidFill>
                <a:latin typeface="+mj-lt"/>
              </a:defRPr>
            </a:lvl1pPr>
          </a:lstStyle>
          <a:p>
            <a:r>
              <a:rPr lang="pt-BR"/>
              <a:t>Enrico Glerean (2026) CC-BY</a:t>
            </a:r>
            <a:endParaRPr lang="fi-FI"/>
          </a:p>
        </p:txBody>
      </p:sp>
      <p:sp>
        <p:nvSpPr>
          <p:cNvPr id="6" name="Slide Number Placeholder 5">
            <a:extLst>
              <a:ext uri="{FF2B5EF4-FFF2-40B4-BE49-F238E27FC236}">
                <a16:creationId xmlns:a16="http://schemas.microsoft.com/office/drawing/2014/main" id="{AFE010D8-B221-F972-68C1-3E01629A88DB}"/>
              </a:ext>
            </a:extLst>
          </p:cNvPr>
          <p:cNvSpPr>
            <a:spLocks noGrp="1"/>
          </p:cNvSpPr>
          <p:nvPr>
            <p:ph type="sldNum" sz="quarter" idx="4"/>
          </p:nvPr>
        </p:nvSpPr>
        <p:spPr>
          <a:xfrm>
            <a:off x="11352584" y="6309320"/>
            <a:ext cx="431428" cy="143869"/>
          </a:xfrm>
          <a:prstGeom prst="rect">
            <a:avLst/>
          </a:prstGeom>
        </p:spPr>
        <p:txBody>
          <a:bodyPr vert="horz" lIns="0" tIns="0" rIns="0" bIns="0" rtlCol="0" anchor="ctr" anchorCtr="0">
            <a:noAutofit/>
          </a:bodyPr>
          <a:lstStyle>
            <a:lvl1pPr algn="r">
              <a:defRPr sz="800" b="1">
                <a:solidFill>
                  <a:schemeClr val="tx1"/>
                </a:solidFill>
                <a:latin typeface="+mj-lt"/>
              </a:defRPr>
            </a:lvl1pPr>
          </a:lstStyle>
          <a:p>
            <a:fld id="{D701140D-C14F-41CA-99FC-0EF83E8DA40A}" type="slidenum">
              <a:rPr lang="fi-FI" smtClean="0"/>
              <a:pPr/>
              <a:t>‹#›</a:t>
            </a:fld>
            <a:endParaRPr lang="fi-FI"/>
          </a:p>
        </p:txBody>
      </p:sp>
      <p:sp>
        <p:nvSpPr>
          <p:cNvPr id="13" name="Freeform 5">
            <a:extLst>
              <a:ext uri="{FF2B5EF4-FFF2-40B4-BE49-F238E27FC236}">
                <a16:creationId xmlns:a16="http://schemas.microsoft.com/office/drawing/2014/main" id="{5C5E2C33-AA03-78AB-8665-63E23F2C35E4}"/>
              </a:ext>
              <a:ext uri="{C183D7F6-B498-43B3-948B-1728B52AA6E4}">
                <adec:decorative xmlns:adec="http://schemas.microsoft.com/office/drawing/2017/decorative" val="1"/>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i-FI"/>
          </a:p>
        </p:txBody>
      </p:sp>
      <p:sp>
        <p:nvSpPr>
          <p:cNvPr id="14" name="(c)" hidden="1">
            <a:extLst>
              <a:ext uri="{FF2B5EF4-FFF2-40B4-BE49-F238E27FC236}">
                <a16:creationId xmlns:a16="http://schemas.microsoft.com/office/drawing/2014/main" id="{8C5E7599-C4F7-9F42-0FC3-001CFA949BE0}"/>
              </a:ext>
            </a:extLst>
          </p:cNvPr>
          <p:cNvSpPr txBox="1">
            <a:spLocks noGrp="1" noRot="1" noMove="1" noResize="1" noEditPoints="1" noAdjustHandles="1" noChangeArrowheads="1" noChangeShapeType="1"/>
          </p:cNvSpPr>
          <p:nvPr/>
        </p:nvSpPr>
        <p:spPr>
          <a:xfrm>
            <a:off x="11992930" y="6891795"/>
            <a:ext cx="192360" cy="30778"/>
          </a:xfrm>
          <a:prstGeom prst="rect">
            <a:avLst/>
          </a:prstGeom>
          <a:noFill/>
        </p:spPr>
        <p:txBody>
          <a:bodyPr wrap="none" lIns="0" tIns="0" rIns="0" bIns="0" rtlCol="0">
            <a:spAutoFit/>
          </a:bodyPr>
          <a:lstStyle/>
          <a:p>
            <a:pPr algn="r"/>
            <a:r>
              <a:rPr lang="fi-FI" sz="200" noProof="1">
                <a:solidFill>
                  <a:schemeClr val="bg1"/>
                </a:solidFill>
                <a:latin typeface="+mn-lt"/>
              </a:rPr>
              <a:t>©grow. for</a:t>
            </a:r>
            <a:r>
              <a:rPr lang="fi-FI" sz="200" baseline="0" noProof="1">
                <a:solidFill>
                  <a:schemeClr val="bg1"/>
                </a:solidFill>
                <a:latin typeface="+mn-lt"/>
              </a:rPr>
              <a:t> aalto</a:t>
            </a:r>
            <a:endParaRPr lang="fi-FI" sz="200" noProof="1">
              <a:solidFill>
                <a:schemeClr val="bg1"/>
              </a:solidFill>
              <a:latin typeface="+mn-lt"/>
            </a:endParaRPr>
          </a:p>
        </p:txBody>
      </p:sp>
      <p:pic>
        <p:nvPicPr>
          <p:cNvPr id="15" name="(logo)" descr="Z:\GRW (grow)\logot\copyright_grow.png" hidden="1">
            <a:extLst>
              <a:ext uri="{FF2B5EF4-FFF2-40B4-BE49-F238E27FC236}">
                <a16:creationId xmlns:a16="http://schemas.microsoft.com/office/drawing/2014/main" id="{2253F43D-7AF1-7EB4-2D74-17D11A66FF4A}"/>
              </a:ext>
            </a:extLst>
          </p:cNvPr>
          <p:cNvPicPr>
            <a:picLocks noGrp="1" noRot="1" noChangeAspect="1" noMove="1" noResize="1" noEditPoints="1" noAdjustHandles="1" noChangeArrowheads="1" noChangeShapeType="1" noCrop="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0" y="-36000"/>
            <a:ext cx="60261" cy="1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4964341"/>
      </p:ext>
    </p:extLst>
  </p:cSld>
  <p:clrMap bg1="lt1" tx1="dk1" bg2="lt2" tx2="dk2" accent1="accent1" accent2="accent2" accent3="accent3" accent4="accent4" accent5="accent5" accent6="accent6" hlink="hlink" folHlink="folHlink"/>
  <p:sldLayoutIdLst>
    <p:sldLayoutId id="2147484107" r:id="rId1"/>
    <p:sldLayoutId id="2147484108" r:id="rId2"/>
    <p:sldLayoutId id="2147484109" r:id="rId3"/>
    <p:sldLayoutId id="2147484110" r:id="rId4"/>
    <p:sldLayoutId id="2147484111" r:id="rId5"/>
    <p:sldLayoutId id="2147484112" r:id="rId6"/>
    <p:sldLayoutId id="2147484113" r:id="rId7"/>
    <p:sldLayoutId id="2147484114" r:id="rId8"/>
    <p:sldLayoutId id="2147484115" r:id="rId9"/>
    <p:sldLayoutId id="2147484116" r:id="rId10"/>
    <p:sldLayoutId id="2147484117" r:id="rId11"/>
    <p:sldLayoutId id="2147484118" r:id="rId12"/>
    <p:sldLayoutId id="2147484119" r:id="rId13"/>
    <p:sldLayoutId id="2147484120" r:id="rId14"/>
    <p:sldLayoutId id="2147484121" r:id="rId15"/>
    <p:sldLayoutId id="2147484122" r:id="rId16"/>
    <p:sldLayoutId id="2147484123" r:id="rId17"/>
    <p:sldLayoutId id="2147484124" r:id="rId18"/>
    <p:sldLayoutId id="2147484125" r:id="rId19"/>
    <p:sldLayoutId id="2147484126" r:id="rId20"/>
  </p:sldLayoutIdLst>
  <p:hf hdr="0"/>
  <p:txStyles>
    <p:titleStyle>
      <a:lvl1pPr algn="l" defTabSz="914400" rtl="0" eaLnBrk="1" latinLnBrk="0" hangingPunct="1">
        <a:lnSpc>
          <a:spcPct val="90000"/>
        </a:lnSpc>
        <a:spcBef>
          <a:spcPct val="0"/>
        </a:spcBef>
        <a:buNone/>
        <a:defRPr sz="3000" b="1" kern="1200" spc="-5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p15:clr>
            <a:srgbClr val="F26B43"/>
          </p15:clr>
        </p15:guide>
        <p15:guide id="3" pos="257">
          <p15:clr>
            <a:srgbClr val="F26B43"/>
          </p15:clr>
        </p15:guide>
        <p15:guide id="4" pos="7423">
          <p15:clr>
            <a:srgbClr val="F26B43"/>
          </p15:clr>
        </p15:guide>
        <p15:guide id="5" orient="horz" pos="3702">
          <p15:clr>
            <a:srgbClr val="F26B43"/>
          </p15:clr>
        </p15:guide>
        <p15:guide id="6" orient="horz" pos="255">
          <p15:clr>
            <a:srgbClr val="F26B43"/>
          </p15:clr>
        </p15:guide>
        <p15:guide id="7" orient="horz" pos="1389">
          <p15:clr>
            <a:srgbClr val="F26B43"/>
          </p15:clr>
        </p15:guide>
        <p15:guide id="9" orient="horz" pos="1162">
          <p15:clr>
            <a:srgbClr val="F26B43"/>
          </p15:clr>
        </p15:guide>
        <p15:guide id="10" pos="665">
          <p15:clr>
            <a:srgbClr val="F26B43"/>
          </p15:clr>
        </p15:guide>
        <p15:guide id="11" pos="7015">
          <p15:clr>
            <a:srgbClr val="F26B43"/>
          </p15:clr>
        </p15:guide>
        <p15:guide id="13" orient="horz" pos="216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C65E8D-F825-584D-D6FB-F8C43CA5290B}"/>
              </a:ext>
            </a:extLst>
          </p:cNvPr>
          <p:cNvSpPr>
            <a:spLocks noGrp="1"/>
          </p:cNvSpPr>
          <p:nvPr>
            <p:ph type="title"/>
          </p:nvPr>
        </p:nvSpPr>
        <p:spPr>
          <a:xfrm>
            <a:off x="407987" y="404813"/>
            <a:ext cx="11376026" cy="1079971"/>
          </a:xfrm>
          <a:prstGeom prst="rect">
            <a:avLst/>
          </a:prstGeom>
        </p:spPr>
        <p:txBody>
          <a:bodyPr vert="horz" lIns="0" tIns="0" rIns="0" bIns="0" rtlCol="0" anchor="t" anchorCtr="0">
            <a:noAutofit/>
          </a:bodyPr>
          <a:lstStyle/>
          <a:p>
            <a:r>
              <a:rPr lang="en-US"/>
              <a:t>Click to edit Master title style</a:t>
            </a:r>
            <a:endParaRPr lang="fi-FI"/>
          </a:p>
        </p:txBody>
      </p:sp>
      <p:sp>
        <p:nvSpPr>
          <p:cNvPr id="3" name="Text Placeholder 2">
            <a:extLst>
              <a:ext uri="{FF2B5EF4-FFF2-40B4-BE49-F238E27FC236}">
                <a16:creationId xmlns:a16="http://schemas.microsoft.com/office/drawing/2014/main" id="{E0D11FC7-EFA2-69A1-189F-7A86286A46CC}"/>
              </a:ext>
            </a:extLst>
          </p:cNvPr>
          <p:cNvSpPr>
            <a:spLocks noGrp="1"/>
          </p:cNvSpPr>
          <p:nvPr>
            <p:ph type="body" idx="1"/>
          </p:nvPr>
        </p:nvSpPr>
        <p:spPr>
          <a:xfrm>
            <a:off x="407988" y="1844675"/>
            <a:ext cx="11376025" cy="403225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Date Placeholder 3">
            <a:extLst>
              <a:ext uri="{FF2B5EF4-FFF2-40B4-BE49-F238E27FC236}">
                <a16:creationId xmlns:a16="http://schemas.microsoft.com/office/drawing/2014/main" id="{743F7BF6-AD90-C909-77AF-27B553EAE67B}"/>
              </a:ext>
            </a:extLst>
          </p:cNvPr>
          <p:cNvSpPr>
            <a:spLocks noGrp="1"/>
          </p:cNvSpPr>
          <p:nvPr>
            <p:ph type="dt" sz="half" idx="2"/>
          </p:nvPr>
        </p:nvSpPr>
        <p:spPr>
          <a:xfrm>
            <a:off x="10200456" y="6309320"/>
            <a:ext cx="1152128" cy="143868"/>
          </a:xfrm>
          <a:prstGeom prst="rect">
            <a:avLst/>
          </a:prstGeom>
        </p:spPr>
        <p:txBody>
          <a:bodyPr vert="horz" lIns="0" tIns="0" rIns="0" bIns="0" rtlCol="0" anchor="ctr" anchorCtr="0">
            <a:noAutofit/>
          </a:bodyPr>
          <a:lstStyle>
            <a:lvl1pPr algn="r">
              <a:defRPr sz="800">
                <a:solidFill>
                  <a:schemeClr val="tx1"/>
                </a:solidFill>
                <a:latin typeface="+mj-lt"/>
              </a:defRPr>
            </a:lvl1pPr>
          </a:lstStyle>
          <a:p>
            <a:r>
              <a:rPr lang="fi-FI"/>
              <a:t>06.05.2026</a:t>
            </a:r>
          </a:p>
        </p:txBody>
      </p:sp>
      <p:sp>
        <p:nvSpPr>
          <p:cNvPr id="5" name="Footer Placeholder 4">
            <a:extLst>
              <a:ext uri="{FF2B5EF4-FFF2-40B4-BE49-F238E27FC236}">
                <a16:creationId xmlns:a16="http://schemas.microsoft.com/office/drawing/2014/main" id="{0F3C740A-22EB-F160-0AF7-8861ADCEA482}"/>
              </a:ext>
            </a:extLst>
          </p:cNvPr>
          <p:cNvSpPr>
            <a:spLocks noGrp="1"/>
          </p:cNvSpPr>
          <p:nvPr>
            <p:ph type="ftr" sz="quarter" idx="3"/>
          </p:nvPr>
        </p:nvSpPr>
        <p:spPr>
          <a:xfrm>
            <a:off x="1271464" y="6309320"/>
            <a:ext cx="8928992" cy="143869"/>
          </a:xfrm>
          <a:prstGeom prst="rect">
            <a:avLst/>
          </a:prstGeom>
        </p:spPr>
        <p:txBody>
          <a:bodyPr vert="horz" lIns="0" tIns="0" rIns="0" bIns="0" rtlCol="0" anchor="ctr" anchorCtr="0">
            <a:noAutofit/>
          </a:bodyPr>
          <a:lstStyle>
            <a:lvl1pPr algn="r">
              <a:defRPr sz="800">
                <a:solidFill>
                  <a:schemeClr val="tx1"/>
                </a:solidFill>
                <a:latin typeface="+mj-lt"/>
              </a:defRPr>
            </a:lvl1pPr>
          </a:lstStyle>
          <a:p>
            <a:r>
              <a:rPr lang="pt-BR"/>
              <a:t>Enrico Glerean (2026) CC-BY</a:t>
            </a:r>
            <a:endParaRPr lang="fi-FI"/>
          </a:p>
        </p:txBody>
      </p:sp>
      <p:sp>
        <p:nvSpPr>
          <p:cNvPr id="6" name="Slide Number Placeholder 5">
            <a:extLst>
              <a:ext uri="{FF2B5EF4-FFF2-40B4-BE49-F238E27FC236}">
                <a16:creationId xmlns:a16="http://schemas.microsoft.com/office/drawing/2014/main" id="{AFE010D8-B221-F972-68C1-3E01629A88DB}"/>
              </a:ext>
            </a:extLst>
          </p:cNvPr>
          <p:cNvSpPr>
            <a:spLocks noGrp="1"/>
          </p:cNvSpPr>
          <p:nvPr>
            <p:ph type="sldNum" sz="quarter" idx="4"/>
          </p:nvPr>
        </p:nvSpPr>
        <p:spPr>
          <a:xfrm>
            <a:off x="11352584" y="6309320"/>
            <a:ext cx="431428" cy="143869"/>
          </a:xfrm>
          <a:prstGeom prst="rect">
            <a:avLst/>
          </a:prstGeom>
        </p:spPr>
        <p:txBody>
          <a:bodyPr vert="horz" lIns="0" tIns="0" rIns="0" bIns="0" rtlCol="0" anchor="ctr" anchorCtr="0">
            <a:noAutofit/>
          </a:bodyPr>
          <a:lstStyle>
            <a:lvl1pPr algn="r">
              <a:defRPr sz="800" b="1">
                <a:solidFill>
                  <a:schemeClr val="tx1"/>
                </a:solidFill>
                <a:latin typeface="+mj-lt"/>
              </a:defRPr>
            </a:lvl1pPr>
          </a:lstStyle>
          <a:p>
            <a:fld id="{D701140D-C14F-41CA-99FC-0EF83E8DA40A}" type="slidenum">
              <a:rPr lang="fi-FI" smtClean="0"/>
              <a:pPr/>
              <a:t>‹#›</a:t>
            </a:fld>
            <a:endParaRPr lang="fi-FI"/>
          </a:p>
        </p:txBody>
      </p:sp>
      <p:sp>
        <p:nvSpPr>
          <p:cNvPr id="13" name="Freeform 5">
            <a:extLst>
              <a:ext uri="{FF2B5EF4-FFF2-40B4-BE49-F238E27FC236}">
                <a16:creationId xmlns:a16="http://schemas.microsoft.com/office/drawing/2014/main" id="{5C5E2C33-AA03-78AB-8665-63E23F2C35E4}"/>
              </a:ext>
              <a:ext uri="{C183D7F6-B498-43B3-948B-1728B52AA6E4}">
                <adec:decorative xmlns:adec="http://schemas.microsoft.com/office/drawing/2017/decorative" val="1"/>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i-FI"/>
          </a:p>
        </p:txBody>
      </p:sp>
      <p:sp>
        <p:nvSpPr>
          <p:cNvPr id="14" name="(c)" hidden="1">
            <a:extLst>
              <a:ext uri="{FF2B5EF4-FFF2-40B4-BE49-F238E27FC236}">
                <a16:creationId xmlns:a16="http://schemas.microsoft.com/office/drawing/2014/main" id="{8C5E7599-C4F7-9F42-0FC3-001CFA949BE0}"/>
              </a:ext>
            </a:extLst>
          </p:cNvPr>
          <p:cNvSpPr txBox="1">
            <a:spLocks noGrp="1" noRot="1" noMove="1" noResize="1" noEditPoints="1" noAdjustHandles="1" noChangeArrowheads="1" noChangeShapeType="1"/>
          </p:cNvSpPr>
          <p:nvPr/>
        </p:nvSpPr>
        <p:spPr>
          <a:xfrm>
            <a:off x="11992930" y="6891795"/>
            <a:ext cx="192360" cy="30778"/>
          </a:xfrm>
          <a:prstGeom prst="rect">
            <a:avLst/>
          </a:prstGeom>
          <a:noFill/>
        </p:spPr>
        <p:txBody>
          <a:bodyPr wrap="none" lIns="0" tIns="0" rIns="0" bIns="0" rtlCol="0">
            <a:spAutoFit/>
          </a:bodyPr>
          <a:lstStyle/>
          <a:p>
            <a:pPr algn="r"/>
            <a:r>
              <a:rPr lang="fi-FI" sz="200" noProof="1">
                <a:solidFill>
                  <a:schemeClr val="bg1"/>
                </a:solidFill>
                <a:latin typeface="+mn-lt"/>
              </a:rPr>
              <a:t>©grow. for</a:t>
            </a:r>
            <a:r>
              <a:rPr lang="fi-FI" sz="200" baseline="0" noProof="1">
                <a:solidFill>
                  <a:schemeClr val="bg1"/>
                </a:solidFill>
                <a:latin typeface="+mn-lt"/>
              </a:rPr>
              <a:t> aalto</a:t>
            </a:r>
            <a:endParaRPr lang="fi-FI" sz="200" noProof="1">
              <a:solidFill>
                <a:schemeClr val="bg1"/>
              </a:solidFill>
              <a:latin typeface="+mn-lt"/>
            </a:endParaRPr>
          </a:p>
        </p:txBody>
      </p:sp>
      <p:pic>
        <p:nvPicPr>
          <p:cNvPr id="15" name="(logo)" descr="Z:\GRW (grow)\logot\copyright_grow.png" hidden="1">
            <a:extLst>
              <a:ext uri="{FF2B5EF4-FFF2-40B4-BE49-F238E27FC236}">
                <a16:creationId xmlns:a16="http://schemas.microsoft.com/office/drawing/2014/main" id="{2253F43D-7AF1-7EB4-2D74-17D11A66FF4A}"/>
              </a:ext>
            </a:extLst>
          </p:cNvPr>
          <p:cNvPicPr>
            <a:picLocks noGrp="1" noRot="1" noChangeAspect="1" noMove="1" noResize="1" noEditPoints="1" noAdjustHandles="1" noChangeArrowheads="1" noChangeShapeType="1" noCrop="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0" y="-36000"/>
            <a:ext cx="60261" cy="1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0256219"/>
      </p:ext>
    </p:extLst>
  </p:cSld>
  <p:clrMap bg1="lt1" tx1="dk1" bg2="lt2" tx2="dk2" accent1="accent1" accent2="accent2" accent3="accent3" accent4="accent4" accent5="accent5" accent6="accent6" hlink="hlink" folHlink="folHlink"/>
  <p:sldLayoutIdLst>
    <p:sldLayoutId id="2147484129" r:id="rId1"/>
    <p:sldLayoutId id="2147484130" r:id="rId2"/>
    <p:sldLayoutId id="2147484131" r:id="rId3"/>
    <p:sldLayoutId id="2147484132" r:id="rId4"/>
    <p:sldLayoutId id="2147484133" r:id="rId5"/>
    <p:sldLayoutId id="2147484137" r:id="rId6"/>
    <p:sldLayoutId id="2147484138" r:id="rId7"/>
  </p:sldLayoutIdLst>
  <p:hf hdr="0"/>
  <p:txStyles>
    <p:titleStyle>
      <a:lvl1pPr algn="l" defTabSz="914400" rtl="0" eaLnBrk="1" latinLnBrk="0" hangingPunct="1">
        <a:lnSpc>
          <a:spcPct val="90000"/>
        </a:lnSpc>
        <a:spcBef>
          <a:spcPct val="0"/>
        </a:spcBef>
        <a:buNone/>
        <a:defRPr sz="3000" b="1" kern="1200" spc="-5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p15:clr>
            <a:srgbClr val="F26B43"/>
          </p15:clr>
        </p15:guide>
        <p15:guide id="3" pos="257">
          <p15:clr>
            <a:srgbClr val="F26B43"/>
          </p15:clr>
        </p15:guide>
        <p15:guide id="4" pos="7423">
          <p15:clr>
            <a:srgbClr val="F26B43"/>
          </p15:clr>
        </p15:guide>
        <p15:guide id="5" orient="horz" pos="3702">
          <p15:clr>
            <a:srgbClr val="F26B43"/>
          </p15:clr>
        </p15:guide>
        <p15:guide id="6" orient="horz" pos="255">
          <p15:clr>
            <a:srgbClr val="F26B43"/>
          </p15:clr>
        </p15:guide>
        <p15:guide id="7" orient="horz" pos="1389">
          <p15:clr>
            <a:srgbClr val="F26B43"/>
          </p15:clr>
        </p15:guide>
        <p15:guide id="9" orient="horz" pos="1162">
          <p15:clr>
            <a:srgbClr val="F26B43"/>
          </p15:clr>
        </p15:guide>
        <p15:guide id="10" pos="665">
          <p15:clr>
            <a:srgbClr val="F26B43"/>
          </p15:clr>
        </p15:guide>
        <p15:guide id="11" pos="7015">
          <p15:clr>
            <a:srgbClr val="F26B43"/>
          </p15:clr>
        </p15:guide>
        <p15:guide id="13" orient="horz" pos="216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C65E8D-F825-584D-D6FB-F8C43CA5290B}"/>
              </a:ext>
            </a:extLst>
          </p:cNvPr>
          <p:cNvSpPr>
            <a:spLocks noGrp="1"/>
          </p:cNvSpPr>
          <p:nvPr>
            <p:ph type="title"/>
          </p:nvPr>
        </p:nvSpPr>
        <p:spPr>
          <a:xfrm>
            <a:off x="407987" y="404813"/>
            <a:ext cx="11376026" cy="1079971"/>
          </a:xfrm>
          <a:prstGeom prst="rect">
            <a:avLst/>
          </a:prstGeom>
        </p:spPr>
        <p:txBody>
          <a:bodyPr vert="horz" lIns="0" tIns="0" rIns="0" bIns="0" rtlCol="0" anchor="t" anchorCtr="0">
            <a:noAutofit/>
          </a:bodyPr>
          <a:lstStyle/>
          <a:p>
            <a:r>
              <a:rPr lang="en-US"/>
              <a:t>Click to edit Master title style</a:t>
            </a:r>
            <a:endParaRPr lang="fi-FI"/>
          </a:p>
        </p:txBody>
      </p:sp>
      <p:sp>
        <p:nvSpPr>
          <p:cNvPr id="3" name="Text Placeholder 2">
            <a:extLst>
              <a:ext uri="{FF2B5EF4-FFF2-40B4-BE49-F238E27FC236}">
                <a16:creationId xmlns:a16="http://schemas.microsoft.com/office/drawing/2014/main" id="{E0D11FC7-EFA2-69A1-189F-7A86286A46CC}"/>
              </a:ext>
            </a:extLst>
          </p:cNvPr>
          <p:cNvSpPr>
            <a:spLocks noGrp="1"/>
          </p:cNvSpPr>
          <p:nvPr>
            <p:ph type="body" idx="1"/>
          </p:nvPr>
        </p:nvSpPr>
        <p:spPr>
          <a:xfrm>
            <a:off x="407988" y="1844675"/>
            <a:ext cx="11376025" cy="403225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Date Placeholder 3">
            <a:extLst>
              <a:ext uri="{FF2B5EF4-FFF2-40B4-BE49-F238E27FC236}">
                <a16:creationId xmlns:a16="http://schemas.microsoft.com/office/drawing/2014/main" id="{743F7BF6-AD90-C909-77AF-27B553EAE67B}"/>
              </a:ext>
            </a:extLst>
          </p:cNvPr>
          <p:cNvSpPr>
            <a:spLocks noGrp="1"/>
          </p:cNvSpPr>
          <p:nvPr>
            <p:ph type="dt" sz="half" idx="2"/>
          </p:nvPr>
        </p:nvSpPr>
        <p:spPr>
          <a:xfrm>
            <a:off x="10200456" y="6309320"/>
            <a:ext cx="1152128" cy="143868"/>
          </a:xfrm>
          <a:prstGeom prst="rect">
            <a:avLst/>
          </a:prstGeom>
        </p:spPr>
        <p:txBody>
          <a:bodyPr vert="horz" lIns="0" tIns="0" rIns="0" bIns="0" rtlCol="0" anchor="ctr" anchorCtr="0">
            <a:noAutofit/>
          </a:bodyPr>
          <a:lstStyle>
            <a:lvl1pPr algn="r">
              <a:defRPr sz="800">
                <a:solidFill>
                  <a:schemeClr val="tx1"/>
                </a:solidFill>
                <a:latin typeface="+mj-lt"/>
              </a:defRPr>
            </a:lvl1pPr>
          </a:lstStyle>
          <a:p>
            <a:r>
              <a:rPr lang="fi-FI"/>
              <a:t>06.05.2026</a:t>
            </a:r>
          </a:p>
        </p:txBody>
      </p:sp>
      <p:sp>
        <p:nvSpPr>
          <p:cNvPr id="5" name="Footer Placeholder 4">
            <a:extLst>
              <a:ext uri="{FF2B5EF4-FFF2-40B4-BE49-F238E27FC236}">
                <a16:creationId xmlns:a16="http://schemas.microsoft.com/office/drawing/2014/main" id="{0F3C740A-22EB-F160-0AF7-8861ADCEA482}"/>
              </a:ext>
            </a:extLst>
          </p:cNvPr>
          <p:cNvSpPr>
            <a:spLocks noGrp="1"/>
          </p:cNvSpPr>
          <p:nvPr>
            <p:ph type="ftr" sz="quarter" idx="3"/>
          </p:nvPr>
        </p:nvSpPr>
        <p:spPr>
          <a:xfrm>
            <a:off x="1271464" y="6309320"/>
            <a:ext cx="8928992" cy="143869"/>
          </a:xfrm>
          <a:prstGeom prst="rect">
            <a:avLst/>
          </a:prstGeom>
        </p:spPr>
        <p:txBody>
          <a:bodyPr vert="horz" lIns="0" tIns="0" rIns="0" bIns="0" rtlCol="0" anchor="ctr" anchorCtr="0">
            <a:noAutofit/>
          </a:bodyPr>
          <a:lstStyle>
            <a:lvl1pPr algn="r">
              <a:defRPr sz="800">
                <a:solidFill>
                  <a:schemeClr val="tx1"/>
                </a:solidFill>
                <a:latin typeface="+mj-lt"/>
              </a:defRPr>
            </a:lvl1pPr>
          </a:lstStyle>
          <a:p>
            <a:r>
              <a:rPr lang="pt-BR"/>
              <a:t>Enrico Glerean (2026) CC-BY</a:t>
            </a:r>
            <a:endParaRPr lang="fi-FI"/>
          </a:p>
        </p:txBody>
      </p:sp>
      <p:sp>
        <p:nvSpPr>
          <p:cNvPr id="6" name="Slide Number Placeholder 5">
            <a:extLst>
              <a:ext uri="{FF2B5EF4-FFF2-40B4-BE49-F238E27FC236}">
                <a16:creationId xmlns:a16="http://schemas.microsoft.com/office/drawing/2014/main" id="{AFE010D8-B221-F972-68C1-3E01629A88DB}"/>
              </a:ext>
            </a:extLst>
          </p:cNvPr>
          <p:cNvSpPr>
            <a:spLocks noGrp="1"/>
          </p:cNvSpPr>
          <p:nvPr>
            <p:ph type="sldNum" sz="quarter" idx="4"/>
          </p:nvPr>
        </p:nvSpPr>
        <p:spPr>
          <a:xfrm>
            <a:off x="11352584" y="6309320"/>
            <a:ext cx="431428" cy="143869"/>
          </a:xfrm>
          <a:prstGeom prst="rect">
            <a:avLst/>
          </a:prstGeom>
        </p:spPr>
        <p:txBody>
          <a:bodyPr vert="horz" lIns="0" tIns="0" rIns="0" bIns="0" rtlCol="0" anchor="ctr" anchorCtr="0">
            <a:noAutofit/>
          </a:bodyPr>
          <a:lstStyle>
            <a:lvl1pPr algn="r">
              <a:defRPr sz="800" b="1">
                <a:solidFill>
                  <a:schemeClr val="tx1"/>
                </a:solidFill>
                <a:latin typeface="+mj-lt"/>
              </a:defRPr>
            </a:lvl1pPr>
          </a:lstStyle>
          <a:p>
            <a:fld id="{D701140D-C14F-41CA-99FC-0EF83E8DA40A}" type="slidenum">
              <a:rPr lang="fi-FI" smtClean="0"/>
              <a:pPr/>
              <a:t>‹#›</a:t>
            </a:fld>
            <a:endParaRPr lang="fi-FI"/>
          </a:p>
        </p:txBody>
      </p:sp>
      <p:sp>
        <p:nvSpPr>
          <p:cNvPr id="13" name="Freeform 5">
            <a:extLst>
              <a:ext uri="{FF2B5EF4-FFF2-40B4-BE49-F238E27FC236}">
                <a16:creationId xmlns:a16="http://schemas.microsoft.com/office/drawing/2014/main" id="{5C5E2C33-AA03-78AB-8665-63E23F2C35E4}"/>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i-FI"/>
          </a:p>
        </p:txBody>
      </p:sp>
      <p:sp>
        <p:nvSpPr>
          <p:cNvPr id="14" name="(c)" hidden="1">
            <a:extLst>
              <a:ext uri="{FF2B5EF4-FFF2-40B4-BE49-F238E27FC236}">
                <a16:creationId xmlns:a16="http://schemas.microsoft.com/office/drawing/2014/main" id="{8C5E7599-C4F7-9F42-0FC3-001CFA949BE0}"/>
              </a:ext>
            </a:extLst>
          </p:cNvPr>
          <p:cNvSpPr txBox="1">
            <a:spLocks noGrp="1" noRot="1" noMove="1" noResize="1" noEditPoints="1" noAdjustHandles="1" noChangeArrowheads="1" noChangeShapeType="1"/>
          </p:cNvSpPr>
          <p:nvPr/>
        </p:nvSpPr>
        <p:spPr>
          <a:xfrm>
            <a:off x="11992930" y="6891795"/>
            <a:ext cx="192360" cy="30778"/>
          </a:xfrm>
          <a:prstGeom prst="rect">
            <a:avLst/>
          </a:prstGeom>
          <a:noFill/>
        </p:spPr>
        <p:txBody>
          <a:bodyPr wrap="none" lIns="0" tIns="0" rIns="0" bIns="0" rtlCol="0">
            <a:spAutoFit/>
          </a:bodyPr>
          <a:lstStyle/>
          <a:p>
            <a:pPr algn="r"/>
            <a:r>
              <a:rPr lang="fi-FI" sz="200" noProof="1">
                <a:solidFill>
                  <a:schemeClr val="bg1"/>
                </a:solidFill>
                <a:latin typeface="+mn-lt"/>
              </a:rPr>
              <a:t>©grow. for</a:t>
            </a:r>
            <a:r>
              <a:rPr lang="fi-FI" sz="200" baseline="0" noProof="1">
                <a:solidFill>
                  <a:schemeClr val="bg1"/>
                </a:solidFill>
                <a:latin typeface="+mn-lt"/>
              </a:rPr>
              <a:t> aalto</a:t>
            </a:r>
            <a:endParaRPr lang="fi-FI" sz="200" noProof="1">
              <a:solidFill>
                <a:schemeClr val="bg1"/>
              </a:solidFill>
              <a:latin typeface="+mn-lt"/>
            </a:endParaRPr>
          </a:p>
        </p:txBody>
      </p:sp>
      <p:pic>
        <p:nvPicPr>
          <p:cNvPr id="15" name="(logo)" descr="Z:\GRW (grow)\logot\copyright_grow.png" hidden="1">
            <a:extLst>
              <a:ext uri="{FF2B5EF4-FFF2-40B4-BE49-F238E27FC236}">
                <a16:creationId xmlns:a16="http://schemas.microsoft.com/office/drawing/2014/main" id="{2253F43D-7AF1-7EB4-2D74-17D11A66FF4A}"/>
              </a:ext>
            </a:extLst>
          </p:cNvPr>
          <p:cNvPicPr>
            <a:picLocks noGrp="1" noRot="1" noChangeAspect="1" noMove="1" noResize="1" noEditPoints="1" noAdjustHandles="1" noChangeArrowheads="1" noChangeShapeType="1" noCrop="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0" y="-36000"/>
            <a:ext cx="60261" cy="1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2129922"/>
      </p:ext>
    </p:extLst>
  </p:cSld>
  <p:clrMap bg1="lt1" tx1="dk1" bg2="lt2" tx2="dk2" accent1="accent1" accent2="accent2" accent3="accent3" accent4="accent4" accent5="accent5" accent6="accent6" hlink="hlink" folHlink="folHlink"/>
  <p:sldLayoutIdLst>
    <p:sldLayoutId id="2147483892" r:id="rId1"/>
    <p:sldLayoutId id="2147483893" r:id="rId2"/>
    <p:sldLayoutId id="2147483894" r:id="rId3"/>
    <p:sldLayoutId id="2147483895" r:id="rId4"/>
    <p:sldLayoutId id="2147483896" r:id="rId5"/>
    <p:sldLayoutId id="2147483897" r:id="rId6"/>
    <p:sldLayoutId id="2147484068" r:id="rId7"/>
    <p:sldLayoutId id="2147484069" r:id="rId8"/>
    <p:sldLayoutId id="2147483898" r:id="rId9"/>
    <p:sldLayoutId id="2147483899" r:id="rId10"/>
    <p:sldLayoutId id="2147483900" r:id="rId11"/>
    <p:sldLayoutId id="2147483901" r:id="rId12"/>
    <p:sldLayoutId id="2147483902" r:id="rId13"/>
    <p:sldLayoutId id="2147483903" r:id="rId14"/>
    <p:sldLayoutId id="2147483904" r:id="rId15"/>
    <p:sldLayoutId id="2147483905" r:id="rId16"/>
    <p:sldLayoutId id="2147483906" r:id="rId17"/>
    <p:sldLayoutId id="2147483907" r:id="rId18"/>
    <p:sldLayoutId id="2147484163" r:id="rId19"/>
  </p:sldLayoutIdLst>
  <p:hf hdr="0"/>
  <p:txStyles>
    <p:titleStyle>
      <a:lvl1pPr algn="l" defTabSz="914400" rtl="0" eaLnBrk="1" latinLnBrk="0" hangingPunct="1">
        <a:lnSpc>
          <a:spcPct val="90000"/>
        </a:lnSpc>
        <a:spcBef>
          <a:spcPct val="0"/>
        </a:spcBef>
        <a:buNone/>
        <a:defRPr sz="3000" b="1" kern="1200" spc="-5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p15:clr>
            <a:srgbClr val="F26B43"/>
          </p15:clr>
        </p15:guide>
        <p15:guide id="3" pos="257">
          <p15:clr>
            <a:srgbClr val="F26B43"/>
          </p15:clr>
        </p15:guide>
        <p15:guide id="4" pos="7423">
          <p15:clr>
            <a:srgbClr val="F26B43"/>
          </p15:clr>
        </p15:guide>
        <p15:guide id="5" orient="horz" pos="3702">
          <p15:clr>
            <a:srgbClr val="F26B43"/>
          </p15:clr>
        </p15:guide>
        <p15:guide id="6" orient="horz" pos="255">
          <p15:clr>
            <a:srgbClr val="F26B43"/>
          </p15:clr>
        </p15:guide>
        <p15:guide id="7" orient="horz" pos="1389">
          <p15:clr>
            <a:srgbClr val="F26B43"/>
          </p15:clr>
        </p15:guide>
        <p15:guide id="9" orient="horz" pos="1162">
          <p15:clr>
            <a:srgbClr val="F26B43"/>
          </p15:clr>
        </p15:guide>
        <p15:guide id="10" pos="665">
          <p15:clr>
            <a:srgbClr val="F26B43"/>
          </p15:clr>
        </p15:guide>
        <p15:guide id="11" pos="7015">
          <p15:clr>
            <a:srgbClr val="F26B43"/>
          </p15:clr>
        </p15:guide>
        <p15:guide id="13" orient="horz" pos="2160">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C65E8D-F825-584D-D6FB-F8C43CA5290B}"/>
              </a:ext>
            </a:extLst>
          </p:cNvPr>
          <p:cNvSpPr>
            <a:spLocks noGrp="1"/>
          </p:cNvSpPr>
          <p:nvPr>
            <p:ph type="title"/>
          </p:nvPr>
        </p:nvSpPr>
        <p:spPr>
          <a:xfrm>
            <a:off x="407987" y="404813"/>
            <a:ext cx="11376026" cy="1079971"/>
          </a:xfrm>
          <a:prstGeom prst="rect">
            <a:avLst/>
          </a:prstGeom>
        </p:spPr>
        <p:txBody>
          <a:bodyPr vert="horz" lIns="0" tIns="0" rIns="0" bIns="0" rtlCol="0" anchor="t" anchorCtr="0">
            <a:noAutofit/>
          </a:bodyPr>
          <a:lstStyle/>
          <a:p>
            <a:r>
              <a:rPr lang="en-US"/>
              <a:t>Click to edit Master title style</a:t>
            </a:r>
            <a:endParaRPr lang="fi-FI"/>
          </a:p>
        </p:txBody>
      </p:sp>
      <p:sp>
        <p:nvSpPr>
          <p:cNvPr id="3" name="Text Placeholder 2">
            <a:extLst>
              <a:ext uri="{FF2B5EF4-FFF2-40B4-BE49-F238E27FC236}">
                <a16:creationId xmlns:a16="http://schemas.microsoft.com/office/drawing/2014/main" id="{E0D11FC7-EFA2-69A1-189F-7A86286A46CC}"/>
              </a:ext>
            </a:extLst>
          </p:cNvPr>
          <p:cNvSpPr>
            <a:spLocks noGrp="1"/>
          </p:cNvSpPr>
          <p:nvPr>
            <p:ph type="body" idx="1"/>
          </p:nvPr>
        </p:nvSpPr>
        <p:spPr>
          <a:xfrm>
            <a:off x="407988" y="1844675"/>
            <a:ext cx="11376025" cy="403225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Date Placeholder 3">
            <a:extLst>
              <a:ext uri="{FF2B5EF4-FFF2-40B4-BE49-F238E27FC236}">
                <a16:creationId xmlns:a16="http://schemas.microsoft.com/office/drawing/2014/main" id="{743F7BF6-AD90-C909-77AF-27B553EAE67B}"/>
              </a:ext>
            </a:extLst>
          </p:cNvPr>
          <p:cNvSpPr>
            <a:spLocks noGrp="1"/>
          </p:cNvSpPr>
          <p:nvPr>
            <p:ph type="dt" sz="half" idx="2"/>
          </p:nvPr>
        </p:nvSpPr>
        <p:spPr>
          <a:xfrm>
            <a:off x="10200456" y="6309320"/>
            <a:ext cx="1152128" cy="143868"/>
          </a:xfrm>
          <a:prstGeom prst="rect">
            <a:avLst/>
          </a:prstGeom>
        </p:spPr>
        <p:txBody>
          <a:bodyPr vert="horz" lIns="0" tIns="0" rIns="0" bIns="0" rtlCol="0" anchor="ctr" anchorCtr="0">
            <a:noAutofit/>
          </a:bodyPr>
          <a:lstStyle>
            <a:lvl1pPr algn="r">
              <a:defRPr sz="800">
                <a:solidFill>
                  <a:schemeClr val="tx1"/>
                </a:solidFill>
                <a:latin typeface="+mj-lt"/>
              </a:defRPr>
            </a:lvl1pPr>
          </a:lstStyle>
          <a:p>
            <a:r>
              <a:rPr lang="fi-FI"/>
              <a:t>06.05.2026</a:t>
            </a:r>
          </a:p>
        </p:txBody>
      </p:sp>
      <p:sp>
        <p:nvSpPr>
          <p:cNvPr id="5" name="Footer Placeholder 4">
            <a:extLst>
              <a:ext uri="{FF2B5EF4-FFF2-40B4-BE49-F238E27FC236}">
                <a16:creationId xmlns:a16="http://schemas.microsoft.com/office/drawing/2014/main" id="{0F3C740A-22EB-F160-0AF7-8861ADCEA482}"/>
              </a:ext>
            </a:extLst>
          </p:cNvPr>
          <p:cNvSpPr>
            <a:spLocks noGrp="1"/>
          </p:cNvSpPr>
          <p:nvPr>
            <p:ph type="ftr" sz="quarter" idx="3"/>
          </p:nvPr>
        </p:nvSpPr>
        <p:spPr>
          <a:xfrm>
            <a:off x="1271464" y="6309320"/>
            <a:ext cx="8928992" cy="143869"/>
          </a:xfrm>
          <a:prstGeom prst="rect">
            <a:avLst/>
          </a:prstGeom>
        </p:spPr>
        <p:txBody>
          <a:bodyPr vert="horz" lIns="0" tIns="0" rIns="0" bIns="0" rtlCol="0" anchor="ctr" anchorCtr="0">
            <a:noAutofit/>
          </a:bodyPr>
          <a:lstStyle>
            <a:lvl1pPr algn="r">
              <a:defRPr sz="800">
                <a:solidFill>
                  <a:schemeClr val="tx1"/>
                </a:solidFill>
                <a:latin typeface="+mj-lt"/>
              </a:defRPr>
            </a:lvl1pPr>
          </a:lstStyle>
          <a:p>
            <a:r>
              <a:rPr lang="pt-BR"/>
              <a:t>Enrico Glerean (2026) CC-BY</a:t>
            </a:r>
            <a:endParaRPr lang="fi-FI"/>
          </a:p>
        </p:txBody>
      </p:sp>
      <p:sp>
        <p:nvSpPr>
          <p:cNvPr id="6" name="Slide Number Placeholder 5">
            <a:extLst>
              <a:ext uri="{FF2B5EF4-FFF2-40B4-BE49-F238E27FC236}">
                <a16:creationId xmlns:a16="http://schemas.microsoft.com/office/drawing/2014/main" id="{AFE010D8-B221-F972-68C1-3E01629A88DB}"/>
              </a:ext>
            </a:extLst>
          </p:cNvPr>
          <p:cNvSpPr>
            <a:spLocks noGrp="1"/>
          </p:cNvSpPr>
          <p:nvPr>
            <p:ph type="sldNum" sz="quarter" idx="4"/>
          </p:nvPr>
        </p:nvSpPr>
        <p:spPr>
          <a:xfrm>
            <a:off x="11352584" y="6309320"/>
            <a:ext cx="431428" cy="143869"/>
          </a:xfrm>
          <a:prstGeom prst="rect">
            <a:avLst/>
          </a:prstGeom>
        </p:spPr>
        <p:txBody>
          <a:bodyPr vert="horz" lIns="0" tIns="0" rIns="0" bIns="0" rtlCol="0" anchor="ctr" anchorCtr="0">
            <a:noAutofit/>
          </a:bodyPr>
          <a:lstStyle>
            <a:lvl1pPr algn="r">
              <a:defRPr sz="800" b="1">
                <a:solidFill>
                  <a:schemeClr val="tx1"/>
                </a:solidFill>
                <a:latin typeface="+mj-lt"/>
              </a:defRPr>
            </a:lvl1pPr>
          </a:lstStyle>
          <a:p>
            <a:fld id="{D701140D-C14F-41CA-99FC-0EF83E8DA40A}" type="slidenum">
              <a:rPr lang="fi-FI" smtClean="0"/>
              <a:pPr/>
              <a:t>‹#›</a:t>
            </a:fld>
            <a:endParaRPr lang="fi-FI"/>
          </a:p>
        </p:txBody>
      </p:sp>
      <p:sp>
        <p:nvSpPr>
          <p:cNvPr id="13" name="Freeform 5">
            <a:extLst>
              <a:ext uri="{FF2B5EF4-FFF2-40B4-BE49-F238E27FC236}">
                <a16:creationId xmlns:a16="http://schemas.microsoft.com/office/drawing/2014/main" id="{5C5E2C33-AA03-78AB-8665-63E23F2C35E4}"/>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i-FI"/>
          </a:p>
        </p:txBody>
      </p:sp>
      <p:sp>
        <p:nvSpPr>
          <p:cNvPr id="14" name="(c)" hidden="1">
            <a:extLst>
              <a:ext uri="{FF2B5EF4-FFF2-40B4-BE49-F238E27FC236}">
                <a16:creationId xmlns:a16="http://schemas.microsoft.com/office/drawing/2014/main" id="{8C5E7599-C4F7-9F42-0FC3-001CFA949BE0}"/>
              </a:ext>
            </a:extLst>
          </p:cNvPr>
          <p:cNvSpPr txBox="1">
            <a:spLocks noGrp="1" noRot="1" noMove="1" noResize="1" noEditPoints="1" noAdjustHandles="1" noChangeArrowheads="1" noChangeShapeType="1"/>
          </p:cNvSpPr>
          <p:nvPr/>
        </p:nvSpPr>
        <p:spPr>
          <a:xfrm>
            <a:off x="11992930" y="6891795"/>
            <a:ext cx="192360" cy="30778"/>
          </a:xfrm>
          <a:prstGeom prst="rect">
            <a:avLst/>
          </a:prstGeom>
          <a:noFill/>
        </p:spPr>
        <p:txBody>
          <a:bodyPr wrap="none" lIns="0" tIns="0" rIns="0" bIns="0" rtlCol="0">
            <a:spAutoFit/>
          </a:bodyPr>
          <a:lstStyle/>
          <a:p>
            <a:pPr algn="r"/>
            <a:r>
              <a:rPr lang="fi-FI" sz="200" noProof="1">
                <a:solidFill>
                  <a:schemeClr val="bg1"/>
                </a:solidFill>
                <a:latin typeface="+mn-lt"/>
              </a:rPr>
              <a:t>©grow. for</a:t>
            </a:r>
            <a:r>
              <a:rPr lang="fi-FI" sz="200" baseline="0" noProof="1">
                <a:solidFill>
                  <a:schemeClr val="bg1"/>
                </a:solidFill>
                <a:latin typeface="+mn-lt"/>
              </a:rPr>
              <a:t> aalto</a:t>
            </a:r>
            <a:endParaRPr lang="fi-FI" sz="200" noProof="1">
              <a:solidFill>
                <a:schemeClr val="bg1"/>
              </a:solidFill>
              <a:latin typeface="+mn-lt"/>
            </a:endParaRPr>
          </a:p>
        </p:txBody>
      </p:sp>
      <p:pic>
        <p:nvPicPr>
          <p:cNvPr id="15" name="(logo)" descr="Z:\GRW (grow)\logot\copyright_grow.png" hidden="1">
            <a:extLst>
              <a:ext uri="{FF2B5EF4-FFF2-40B4-BE49-F238E27FC236}">
                <a16:creationId xmlns:a16="http://schemas.microsoft.com/office/drawing/2014/main" id="{2253F43D-7AF1-7EB4-2D74-17D11A66FF4A}"/>
              </a:ext>
            </a:extLst>
          </p:cNvPr>
          <p:cNvPicPr>
            <a:picLocks noGrp="1" noRot="1" noChangeAspect="1" noMove="1" noResize="1" noEditPoints="1" noAdjustHandles="1" noChangeArrowheads="1" noChangeShapeType="1" noCrop="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0" y="-36000"/>
            <a:ext cx="60261" cy="1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7134173"/>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5" r:id="rId11"/>
    <p:sldLayoutId id="2147483786" r:id="rId12"/>
    <p:sldLayoutId id="2147483787" r:id="rId13"/>
    <p:sldLayoutId id="2147483788" r:id="rId14"/>
    <p:sldLayoutId id="2147483789" r:id="rId15"/>
    <p:sldLayoutId id="2147483790" r:id="rId16"/>
    <p:sldLayoutId id="2147483791" r:id="rId17"/>
    <p:sldLayoutId id="2147483792" r:id="rId18"/>
    <p:sldLayoutId id="2147483793" r:id="rId19"/>
    <p:sldLayoutId id="2147483794" r:id="rId20"/>
  </p:sldLayoutIdLst>
  <p:hf hdr="0"/>
  <p:txStyles>
    <p:titleStyle>
      <a:lvl1pPr algn="l" defTabSz="914400" rtl="0" eaLnBrk="1" latinLnBrk="0" hangingPunct="1">
        <a:lnSpc>
          <a:spcPct val="90000"/>
        </a:lnSpc>
        <a:spcBef>
          <a:spcPct val="0"/>
        </a:spcBef>
        <a:buNone/>
        <a:defRPr sz="3000" b="1" kern="1200" spc="-5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p15:clr>
            <a:srgbClr val="F26B43"/>
          </p15:clr>
        </p15:guide>
        <p15:guide id="3" pos="257">
          <p15:clr>
            <a:srgbClr val="F26B43"/>
          </p15:clr>
        </p15:guide>
        <p15:guide id="4" pos="7423">
          <p15:clr>
            <a:srgbClr val="F26B43"/>
          </p15:clr>
        </p15:guide>
        <p15:guide id="5" orient="horz" pos="3702">
          <p15:clr>
            <a:srgbClr val="F26B43"/>
          </p15:clr>
        </p15:guide>
        <p15:guide id="6" orient="horz" pos="255">
          <p15:clr>
            <a:srgbClr val="F26B43"/>
          </p15:clr>
        </p15:guide>
        <p15:guide id="7" orient="horz" pos="1389">
          <p15:clr>
            <a:srgbClr val="F26B43"/>
          </p15:clr>
        </p15:guide>
        <p15:guide id="9" orient="horz" pos="1162">
          <p15:clr>
            <a:srgbClr val="F26B43"/>
          </p15:clr>
        </p15:guide>
        <p15:guide id="10" pos="665">
          <p15:clr>
            <a:srgbClr val="F26B43"/>
          </p15:clr>
        </p15:guide>
        <p15:guide id="11" pos="7015">
          <p15:clr>
            <a:srgbClr val="F26B43"/>
          </p15:clr>
        </p15:guide>
        <p15:guide id="13" orient="horz" pos="2160">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C65E8D-F825-584D-D6FB-F8C43CA5290B}"/>
              </a:ext>
            </a:extLst>
          </p:cNvPr>
          <p:cNvSpPr>
            <a:spLocks noGrp="1"/>
          </p:cNvSpPr>
          <p:nvPr>
            <p:ph type="title"/>
          </p:nvPr>
        </p:nvSpPr>
        <p:spPr>
          <a:xfrm>
            <a:off x="407987" y="404813"/>
            <a:ext cx="11376026" cy="1079971"/>
          </a:xfrm>
          <a:prstGeom prst="rect">
            <a:avLst/>
          </a:prstGeom>
        </p:spPr>
        <p:txBody>
          <a:bodyPr vert="horz" lIns="0" tIns="0" rIns="0" bIns="0" rtlCol="0" anchor="t" anchorCtr="0">
            <a:noAutofit/>
          </a:bodyPr>
          <a:lstStyle/>
          <a:p>
            <a:r>
              <a:rPr lang="en-US"/>
              <a:t>Click to edit Master title style</a:t>
            </a:r>
            <a:endParaRPr lang="fi-FI"/>
          </a:p>
        </p:txBody>
      </p:sp>
      <p:sp>
        <p:nvSpPr>
          <p:cNvPr id="3" name="Text Placeholder 2">
            <a:extLst>
              <a:ext uri="{FF2B5EF4-FFF2-40B4-BE49-F238E27FC236}">
                <a16:creationId xmlns:a16="http://schemas.microsoft.com/office/drawing/2014/main" id="{E0D11FC7-EFA2-69A1-189F-7A86286A46CC}"/>
              </a:ext>
            </a:extLst>
          </p:cNvPr>
          <p:cNvSpPr>
            <a:spLocks noGrp="1"/>
          </p:cNvSpPr>
          <p:nvPr>
            <p:ph type="body" idx="1"/>
          </p:nvPr>
        </p:nvSpPr>
        <p:spPr>
          <a:xfrm>
            <a:off x="407988" y="1844675"/>
            <a:ext cx="11376025" cy="403225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Date Placeholder 3">
            <a:extLst>
              <a:ext uri="{FF2B5EF4-FFF2-40B4-BE49-F238E27FC236}">
                <a16:creationId xmlns:a16="http://schemas.microsoft.com/office/drawing/2014/main" id="{743F7BF6-AD90-C909-77AF-27B553EAE67B}"/>
              </a:ext>
            </a:extLst>
          </p:cNvPr>
          <p:cNvSpPr>
            <a:spLocks noGrp="1"/>
          </p:cNvSpPr>
          <p:nvPr>
            <p:ph type="dt" sz="half" idx="2"/>
          </p:nvPr>
        </p:nvSpPr>
        <p:spPr>
          <a:xfrm>
            <a:off x="10200456" y="6309320"/>
            <a:ext cx="1152128" cy="143868"/>
          </a:xfrm>
          <a:prstGeom prst="rect">
            <a:avLst/>
          </a:prstGeom>
        </p:spPr>
        <p:txBody>
          <a:bodyPr vert="horz" lIns="0" tIns="0" rIns="0" bIns="0" rtlCol="0" anchor="ctr" anchorCtr="0">
            <a:noAutofit/>
          </a:bodyPr>
          <a:lstStyle>
            <a:lvl1pPr algn="r">
              <a:defRPr sz="800">
                <a:solidFill>
                  <a:schemeClr val="tx1"/>
                </a:solidFill>
                <a:latin typeface="+mj-lt"/>
              </a:defRPr>
            </a:lvl1pPr>
          </a:lstStyle>
          <a:p>
            <a:r>
              <a:rPr lang="fi-FI"/>
              <a:t>06.05.2026</a:t>
            </a:r>
          </a:p>
        </p:txBody>
      </p:sp>
      <p:sp>
        <p:nvSpPr>
          <p:cNvPr id="5" name="Footer Placeholder 4">
            <a:extLst>
              <a:ext uri="{FF2B5EF4-FFF2-40B4-BE49-F238E27FC236}">
                <a16:creationId xmlns:a16="http://schemas.microsoft.com/office/drawing/2014/main" id="{0F3C740A-22EB-F160-0AF7-8861ADCEA482}"/>
              </a:ext>
            </a:extLst>
          </p:cNvPr>
          <p:cNvSpPr>
            <a:spLocks noGrp="1"/>
          </p:cNvSpPr>
          <p:nvPr>
            <p:ph type="ftr" sz="quarter" idx="3"/>
          </p:nvPr>
        </p:nvSpPr>
        <p:spPr>
          <a:xfrm>
            <a:off x="1271464" y="6309320"/>
            <a:ext cx="8928992" cy="143869"/>
          </a:xfrm>
          <a:prstGeom prst="rect">
            <a:avLst/>
          </a:prstGeom>
        </p:spPr>
        <p:txBody>
          <a:bodyPr vert="horz" lIns="0" tIns="0" rIns="0" bIns="0" rtlCol="0" anchor="ctr" anchorCtr="0">
            <a:noAutofit/>
          </a:bodyPr>
          <a:lstStyle>
            <a:lvl1pPr algn="r">
              <a:defRPr sz="800">
                <a:solidFill>
                  <a:schemeClr val="tx1"/>
                </a:solidFill>
                <a:latin typeface="+mj-lt"/>
              </a:defRPr>
            </a:lvl1pPr>
          </a:lstStyle>
          <a:p>
            <a:r>
              <a:rPr lang="pt-BR"/>
              <a:t>Enrico Glerean (2026) CC-BY</a:t>
            </a:r>
            <a:endParaRPr lang="fi-FI"/>
          </a:p>
        </p:txBody>
      </p:sp>
      <p:sp>
        <p:nvSpPr>
          <p:cNvPr id="6" name="Slide Number Placeholder 5">
            <a:extLst>
              <a:ext uri="{FF2B5EF4-FFF2-40B4-BE49-F238E27FC236}">
                <a16:creationId xmlns:a16="http://schemas.microsoft.com/office/drawing/2014/main" id="{AFE010D8-B221-F972-68C1-3E01629A88DB}"/>
              </a:ext>
            </a:extLst>
          </p:cNvPr>
          <p:cNvSpPr>
            <a:spLocks noGrp="1"/>
          </p:cNvSpPr>
          <p:nvPr>
            <p:ph type="sldNum" sz="quarter" idx="4"/>
          </p:nvPr>
        </p:nvSpPr>
        <p:spPr>
          <a:xfrm>
            <a:off x="11352584" y="6309320"/>
            <a:ext cx="431428" cy="143869"/>
          </a:xfrm>
          <a:prstGeom prst="rect">
            <a:avLst/>
          </a:prstGeom>
        </p:spPr>
        <p:txBody>
          <a:bodyPr vert="horz" lIns="0" tIns="0" rIns="0" bIns="0" rtlCol="0" anchor="ctr" anchorCtr="0">
            <a:noAutofit/>
          </a:bodyPr>
          <a:lstStyle>
            <a:lvl1pPr algn="r">
              <a:defRPr sz="800" b="1">
                <a:solidFill>
                  <a:schemeClr val="tx1"/>
                </a:solidFill>
                <a:latin typeface="+mj-lt"/>
              </a:defRPr>
            </a:lvl1pPr>
          </a:lstStyle>
          <a:p>
            <a:fld id="{D701140D-C14F-41CA-99FC-0EF83E8DA40A}" type="slidenum">
              <a:rPr lang="fi-FI" smtClean="0"/>
              <a:pPr/>
              <a:t>‹#›</a:t>
            </a:fld>
            <a:endParaRPr lang="fi-FI"/>
          </a:p>
        </p:txBody>
      </p:sp>
      <p:sp>
        <p:nvSpPr>
          <p:cNvPr id="13" name="Freeform 5">
            <a:extLst>
              <a:ext uri="{FF2B5EF4-FFF2-40B4-BE49-F238E27FC236}">
                <a16:creationId xmlns:a16="http://schemas.microsoft.com/office/drawing/2014/main" id="{5C5E2C33-AA03-78AB-8665-63E23F2C35E4}"/>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i-FI"/>
          </a:p>
        </p:txBody>
      </p:sp>
      <p:sp>
        <p:nvSpPr>
          <p:cNvPr id="14" name="(c)" hidden="1">
            <a:extLst>
              <a:ext uri="{FF2B5EF4-FFF2-40B4-BE49-F238E27FC236}">
                <a16:creationId xmlns:a16="http://schemas.microsoft.com/office/drawing/2014/main" id="{8C5E7599-C4F7-9F42-0FC3-001CFA949BE0}"/>
              </a:ext>
            </a:extLst>
          </p:cNvPr>
          <p:cNvSpPr txBox="1">
            <a:spLocks noGrp="1" noRot="1" noMove="1" noResize="1" noEditPoints="1" noAdjustHandles="1" noChangeArrowheads="1" noChangeShapeType="1"/>
          </p:cNvSpPr>
          <p:nvPr/>
        </p:nvSpPr>
        <p:spPr>
          <a:xfrm>
            <a:off x="11992930" y="6891795"/>
            <a:ext cx="192360" cy="30778"/>
          </a:xfrm>
          <a:prstGeom prst="rect">
            <a:avLst/>
          </a:prstGeom>
          <a:noFill/>
        </p:spPr>
        <p:txBody>
          <a:bodyPr wrap="none" lIns="0" tIns="0" rIns="0" bIns="0" rtlCol="0">
            <a:spAutoFit/>
          </a:bodyPr>
          <a:lstStyle/>
          <a:p>
            <a:pPr algn="r"/>
            <a:r>
              <a:rPr lang="fi-FI" sz="200" noProof="1">
                <a:solidFill>
                  <a:schemeClr val="bg1"/>
                </a:solidFill>
                <a:latin typeface="+mn-lt"/>
              </a:rPr>
              <a:t>©grow. for</a:t>
            </a:r>
            <a:r>
              <a:rPr lang="fi-FI" sz="200" baseline="0" noProof="1">
                <a:solidFill>
                  <a:schemeClr val="bg1"/>
                </a:solidFill>
                <a:latin typeface="+mn-lt"/>
              </a:rPr>
              <a:t> aalto</a:t>
            </a:r>
            <a:endParaRPr lang="fi-FI" sz="200" noProof="1">
              <a:solidFill>
                <a:schemeClr val="bg1"/>
              </a:solidFill>
              <a:latin typeface="+mn-lt"/>
            </a:endParaRPr>
          </a:p>
        </p:txBody>
      </p:sp>
      <p:pic>
        <p:nvPicPr>
          <p:cNvPr id="15" name="(logo)" descr="Z:\GRW (grow)\logot\copyright_grow.png" hidden="1">
            <a:extLst>
              <a:ext uri="{FF2B5EF4-FFF2-40B4-BE49-F238E27FC236}">
                <a16:creationId xmlns:a16="http://schemas.microsoft.com/office/drawing/2014/main" id="{2253F43D-7AF1-7EB4-2D74-17D11A66FF4A}"/>
              </a:ext>
            </a:extLst>
          </p:cNvPr>
          <p:cNvPicPr>
            <a:picLocks noGrp="1" noRot="1" noChangeAspect="1" noMove="1" noResize="1" noEditPoints="1" noAdjustHandles="1" noChangeArrowheads="1" noChangeShapeType="1" noCrop="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0" y="-36000"/>
            <a:ext cx="60261" cy="1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2709803"/>
      </p:ext>
    </p:extLst>
  </p:cSld>
  <p:clrMap bg1="lt1" tx1="dk1" bg2="lt2" tx2="dk2" accent1="accent1" accent2="accent2" accent3="accent3" accent4="accent4" accent5="accent5" accent6="accent6" hlink="hlink" folHlink="folHlink"/>
  <p:sldLayoutIdLst>
    <p:sldLayoutId id="2147483935" r:id="rId1"/>
    <p:sldLayoutId id="2147483936" r:id="rId2"/>
    <p:sldLayoutId id="2147483937" r:id="rId3"/>
    <p:sldLayoutId id="2147483938" r:id="rId4"/>
    <p:sldLayoutId id="2147483939" r:id="rId5"/>
  </p:sldLayoutIdLst>
  <p:hf hdr="0"/>
  <p:txStyles>
    <p:titleStyle>
      <a:lvl1pPr algn="l" defTabSz="914400" rtl="0" eaLnBrk="1" latinLnBrk="0" hangingPunct="1">
        <a:lnSpc>
          <a:spcPct val="90000"/>
        </a:lnSpc>
        <a:spcBef>
          <a:spcPct val="0"/>
        </a:spcBef>
        <a:buNone/>
        <a:defRPr sz="3000" b="1" kern="1200" spc="-5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p15:clr>
            <a:srgbClr val="F26B43"/>
          </p15:clr>
        </p15:guide>
        <p15:guide id="3" pos="257">
          <p15:clr>
            <a:srgbClr val="F26B43"/>
          </p15:clr>
        </p15:guide>
        <p15:guide id="4" pos="7423">
          <p15:clr>
            <a:srgbClr val="F26B43"/>
          </p15:clr>
        </p15:guide>
        <p15:guide id="5" orient="horz" pos="3702">
          <p15:clr>
            <a:srgbClr val="F26B43"/>
          </p15:clr>
        </p15:guide>
        <p15:guide id="6" orient="horz" pos="255">
          <p15:clr>
            <a:srgbClr val="F26B43"/>
          </p15:clr>
        </p15:guide>
        <p15:guide id="7" orient="horz" pos="1389">
          <p15:clr>
            <a:srgbClr val="F26B43"/>
          </p15:clr>
        </p15:guide>
        <p15:guide id="9" orient="horz" pos="1162">
          <p15:clr>
            <a:srgbClr val="F26B43"/>
          </p15:clr>
        </p15:guide>
        <p15:guide id="10" pos="665">
          <p15:clr>
            <a:srgbClr val="F26B43"/>
          </p15:clr>
        </p15:guide>
        <p15:guide id="11" pos="7015">
          <p15:clr>
            <a:srgbClr val="F26B43"/>
          </p15:clr>
        </p15:guide>
        <p15:guide id="13" orient="horz" pos="2160">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C65E8D-F825-584D-D6FB-F8C43CA5290B}"/>
              </a:ext>
            </a:extLst>
          </p:cNvPr>
          <p:cNvSpPr>
            <a:spLocks noGrp="1"/>
          </p:cNvSpPr>
          <p:nvPr>
            <p:ph type="title"/>
          </p:nvPr>
        </p:nvSpPr>
        <p:spPr>
          <a:xfrm>
            <a:off x="407987" y="404813"/>
            <a:ext cx="11376026" cy="1079971"/>
          </a:xfrm>
          <a:prstGeom prst="rect">
            <a:avLst/>
          </a:prstGeom>
        </p:spPr>
        <p:txBody>
          <a:bodyPr vert="horz" lIns="0" tIns="0" rIns="0" bIns="0" rtlCol="0" anchor="t" anchorCtr="0">
            <a:noAutofit/>
          </a:bodyPr>
          <a:lstStyle/>
          <a:p>
            <a:r>
              <a:rPr lang="en-US"/>
              <a:t>Click to edit Master title style</a:t>
            </a:r>
            <a:endParaRPr lang="fi-FI"/>
          </a:p>
        </p:txBody>
      </p:sp>
      <p:sp>
        <p:nvSpPr>
          <p:cNvPr id="3" name="Text Placeholder 2">
            <a:extLst>
              <a:ext uri="{FF2B5EF4-FFF2-40B4-BE49-F238E27FC236}">
                <a16:creationId xmlns:a16="http://schemas.microsoft.com/office/drawing/2014/main" id="{E0D11FC7-EFA2-69A1-189F-7A86286A46CC}"/>
              </a:ext>
            </a:extLst>
          </p:cNvPr>
          <p:cNvSpPr>
            <a:spLocks noGrp="1"/>
          </p:cNvSpPr>
          <p:nvPr>
            <p:ph type="body" idx="1"/>
          </p:nvPr>
        </p:nvSpPr>
        <p:spPr>
          <a:xfrm>
            <a:off x="407988" y="1844675"/>
            <a:ext cx="11376025" cy="403225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Date Placeholder 3">
            <a:extLst>
              <a:ext uri="{FF2B5EF4-FFF2-40B4-BE49-F238E27FC236}">
                <a16:creationId xmlns:a16="http://schemas.microsoft.com/office/drawing/2014/main" id="{743F7BF6-AD90-C909-77AF-27B553EAE67B}"/>
              </a:ext>
            </a:extLst>
          </p:cNvPr>
          <p:cNvSpPr>
            <a:spLocks noGrp="1"/>
          </p:cNvSpPr>
          <p:nvPr>
            <p:ph type="dt" sz="half" idx="2"/>
          </p:nvPr>
        </p:nvSpPr>
        <p:spPr>
          <a:xfrm>
            <a:off x="10200456" y="6309320"/>
            <a:ext cx="1152128" cy="143868"/>
          </a:xfrm>
          <a:prstGeom prst="rect">
            <a:avLst/>
          </a:prstGeom>
        </p:spPr>
        <p:txBody>
          <a:bodyPr vert="horz" lIns="0" tIns="0" rIns="0" bIns="0" rtlCol="0" anchor="ctr" anchorCtr="0">
            <a:noAutofit/>
          </a:bodyPr>
          <a:lstStyle>
            <a:lvl1pPr algn="r">
              <a:defRPr sz="800">
                <a:solidFill>
                  <a:schemeClr val="tx1"/>
                </a:solidFill>
                <a:latin typeface="+mj-lt"/>
              </a:defRPr>
            </a:lvl1pPr>
          </a:lstStyle>
          <a:p>
            <a:r>
              <a:rPr lang="fi-FI"/>
              <a:t>06.05.2026</a:t>
            </a:r>
          </a:p>
        </p:txBody>
      </p:sp>
      <p:sp>
        <p:nvSpPr>
          <p:cNvPr id="5" name="Footer Placeholder 4">
            <a:extLst>
              <a:ext uri="{FF2B5EF4-FFF2-40B4-BE49-F238E27FC236}">
                <a16:creationId xmlns:a16="http://schemas.microsoft.com/office/drawing/2014/main" id="{0F3C740A-22EB-F160-0AF7-8861ADCEA482}"/>
              </a:ext>
            </a:extLst>
          </p:cNvPr>
          <p:cNvSpPr>
            <a:spLocks noGrp="1"/>
          </p:cNvSpPr>
          <p:nvPr>
            <p:ph type="ftr" sz="quarter" idx="3"/>
          </p:nvPr>
        </p:nvSpPr>
        <p:spPr>
          <a:xfrm>
            <a:off x="1271464" y="6309320"/>
            <a:ext cx="8928992" cy="143869"/>
          </a:xfrm>
          <a:prstGeom prst="rect">
            <a:avLst/>
          </a:prstGeom>
        </p:spPr>
        <p:txBody>
          <a:bodyPr vert="horz" lIns="0" tIns="0" rIns="0" bIns="0" rtlCol="0" anchor="ctr" anchorCtr="0">
            <a:noAutofit/>
          </a:bodyPr>
          <a:lstStyle>
            <a:lvl1pPr algn="r">
              <a:defRPr sz="800">
                <a:solidFill>
                  <a:schemeClr val="tx1"/>
                </a:solidFill>
                <a:latin typeface="+mj-lt"/>
              </a:defRPr>
            </a:lvl1pPr>
          </a:lstStyle>
          <a:p>
            <a:r>
              <a:rPr lang="pt-BR"/>
              <a:t>Enrico Glerean (2026) CC-BY</a:t>
            </a:r>
            <a:endParaRPr lang="fi-FI"/>
          </a:p>
        </p:txBody>
      </p:sp>
      <p:sp>
        <p:nvSpPr>
          <p:cNvPr id="6" name="Slide Number Placeholder 5">
            <a:extLst>
              <a:ext uri="{FF2B5EF4-FFF2-40B4-BE49-F238E27FC236}">
                <a16:creationId xmlns:a16="http://schemas.microsoft.com/office/drawing/2014/main" id="{AFE010D8-B221-F972-68C1-3E01629A88DB}"/>
              </a:ext>
            </a:extLst>
          </p:cNvPr>
          <p:cNvSpPr>
            <a:spLocks noGrp="1"/>
          </p:cNvSpPr>
          <p:nvPr>
            <p:ph type="sldNum" sz="quarter" idx="4"/>
          </p:nvPr>
        </p:nvSpPr>
        <p:spPr>
          <a:xfrm>
            <a:off x="11352584" y="6309320"/>
            <a:ext cx="431428" cy="143869"/>
          </a:xfrm>
          <a:prstGeom prst="rect">
            <a:avLst/>
          </a:prstGeom>
        </p:spPr>
        <p:txBody>
          <a:bodyPr vert="horz" lIns="0" tIns="0" rIns="0" bIns="0" rtlCol="0" anchor="ctr" anchorCtr="0">
            <a:noAutofit/>
          </a:bodyPr>
          <a:lstStyle>
            <a:lvl1pPr algn="r">
              <a:defRPr sz="800" b="1">
                <a:solidFill>
                  <a:schemeClr val="tx1"/>
                </a:solidFill>
                <a:latin typeface="+mj-lt"/>
              </a:defRPr>
            </a:lvl1pPr>
          </a:lstStyle>
          <a:p>
            <a:fld id="{D701140D-C14F-41CA-99FC-0EF83E8DA40A}" type="slidenum">
              <a:rPr lang="fi-FI" smtClean="0"/>
              <a:pPr/>
              <a:t>‹#›</a:t>
            </a:fld>
            <a:endParaRPr lang="fi-FI"/>
          </a:p>
        </p:txBody>
      </p:sp>
      <p:sp>
        <p:nvSpPr>
          <p:cNvPr id="13" name="Freeform 5">
            <a:extLst>
              <a:ext uri="{FF2B5EF4-FFF2-40B4-BE49-F238E27FC236}">
                <a16:creationId xmlns:a16="http://schemas.microsoft.com/office/drawing/2014/main" id="{5C5E2C33-AA03-78AB-8665-63E23F2C35E4}"/>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i-FI"/>
          </a:p>
        </p:txBody>
      </p:sp>
      <p:sp>
        <p:nvSpPr>
          <p:cNvPr id="14" name="(c)" hidden="1">
            <a:extLst>
              <a:ext uri="{FF2B5EF4-FFF2-40B4-BE49-F238E27FC236}">
                <a16:creationId xmlns:a16="http://schemas.microsoft.com/office/drawing/2014/main" id="{8C5E7599-C4F7-9F42-0FC3-001CFA949BE0}"/>
              </a:ext>
            </a:extLst>
          </p:cNvPr>
          <p:cNvSpPr txBox="1">
            <a:spLocks noGrp="1" noRot="1" noMove="1" noResize="1" noEditPoints="1" noAdjustHandles="1" noChangeArrowheads="1" noChangeShapeType="1"/>
          </p:cNvSpPr>
          <p:nvPr/>
        </p:nvSpPr>
        <p:spPr>
          <a:xfrm>
            <a:off x="11992930" y="6891795"/>
            <a:ext cx="192360" cy="30778"/>
          </a:xfrm>
          <a:prstGeom prst="rect">
            <a:avLst/>
          </a:prstGeom>
          <a:noFill/>
        </p:spPr>
        <p:txBody>
          <a:bodyPr wrap="none" lIns="0" tIns="0" rIns="0" bIns="0" rtlCol="0">
            <a:spAutoFit/>
          </a:bodyPr>
          <a:lstStyle/>
          <a:p>
            <a:pPr algn="r"/>
            <a:r>
              <a:rPr lang="fi-FI" sz="200" noProof="1">
                <a:solidFill>
                  <a:schemeClr val="bg1"/>
                </a:solidFill>
                <a:latin typeface="+mn-lt"/>
              </a:rPr>
              <a:t>©grow. for</a:t>
            </a:r>
            <a:r>
              <a:rPr lang="fi-FI" sz="200" baseline="0" noProof="1">
                <a:solidFill>
                  <a:schemeClr val="bg1"/>
                </a:solidFill>
                <a:latin typeface="+mn-lt"/>
              </a:rPr>
              <a:t> aalto</a:t>
            </a:r>
            <a:endParaRPr lang="fi-FI" sz="200" noProof="1">
              <a:solidFill>
                <a:schemeClr val="bg1"/>
              </a:solidFill>
              <a:latin typeface="+mn-lt"/>
            </a:endParaRPr>
          </a:p>
        </p:txBody>
      </p:sp>
      <p:pic>
        <p:nvPicPr>
          <p:cNvPr id="15" name="(logo)" descr="Z:\GRW (grow)\logot\copyright_grow.png" hidden="1">
            <a:extLst>
              <a:ext uri="{FF2B5EF4-FFF2-40B4-BE49-F238E27FC236}">
                <a16:creationId xmlns:a16="http://schemas.microsoft.com/office/drawing/2014/main" id="{2253F43D-7AF1-7EB4-2D74-17D11A66FF4A}"/>
              </a:ext>
            </a:extLst>
          </p:cNvPr>
          <p:cNvPicPr>
            <a:picLocks noGrp="1" noRot="1" noChangeAspect="1" noMove="1" noResize="1" noEditPoints="1" noAdjustHandles="1" noChangeArrowheads="1" noChangeShapeType="1" noCrop="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0" y="-36000"/>
            <a:ext cx="60261" cy="1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7195271"/>
      </p:ext>
    </p:extLst>
  </p:cSld>
  <p:clrMap bg1="lt1" tx1="dk1" bg2="lt2" tx2="dk2" accent1="accent1" accent2="accent2" accent3="accent3" accent4="accent4" accent5="accent5" accent6="accent6" hlink="hlink" folHlink="folHlink"/>
  <p:sldLayoutIdLst>
    <p:sldLayoutId id="2147483987" r:id="rId1"/>
    <p:sldLayoutId id="2147483988" r:id="rId2"/>
    <p:sldLayoutId id="2147483989" r:id="rId3"/>
    <p:sldLayoutId id="2147483990" r:id="rId4"/>
    <p:sldLayoutId id="2147483991" r:id="rId5"/>
    <p:sldLayoutId id="2147483992" r:id="rId6"/>
    <p:sldLayoutId id="2147483993" r:id="rId7"/>
    <p:sldLayoutId id="2147483994" r:id="rId8"/>
    <p:sldLayoutId id="2147483995" r:id="rId9"/>
    <p:sldLayoutId id="2147483996" r:id="rId10"/>
    <p:sldLayoutId id="2147483997" r:id="rId11"/>
    <p:sldLayoutId id="2147483998" r:id="rId12"/>
    <p:sldLayoutId id="2147483999" r:id="rId13"/>
    <p:sldLayoutId id="2147484000" r:id="rId14"/>
    <p:sldLayoutId id="2147484001" r:id="rId15"/>
  </p:sldLayoutIdLst>
  <p:hf hdr="0"/>
  <p:txStyles>
    <p:titleStyle>
      <a:lvl1pPr algn="l" defTabSz="914400" rtl="0" eaLnBrk="1" latinLnBrk="0" hangingPunct="1">
        <a:lnSpc>
          <a:spcPct val="90000"/>
        </a:lnSpc>
        <a:spcBef>
          <a:spcPct val="0"/>
        </a:spcBef>
        <a:buNone/>
        <a:defRPr sz="3000" b="1" kern="1200" spc="-5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p15:clr>
            <a:srgbClr val="F26B43"/>
          </p15:clr>
        </p15:guide>
        <p15:guide id="3" pos="257">
          <p15:clr>
            <a:srgbClr val="F26B43"/>
          </p15:clr>
        </p15:guide>
        <p15:guide id="4" pos="7423">
          <p15:clr>
            <a:srgbClr val="F26B43"/>
          </p15:clr>
        </p15:guide>
        <p15:guide id="5" orient="horz" pos="3702">
          <p15:clr>
            <a:srgbClr val="F26B43"/>
          </p15:clr>
        </p15:guide>
        <p15:guide id="6" orient="horz" pos="255">
          <p15:clr>
            <a:srgbClr val="F26B43"/>
          </p15:clr>
        </p15:guide>
        <p15:guide id="7" orient="horz" pos="1389">
          <p15:clr>
            <a:srgbClr val="F26B43"/>
          </p15:clr>
        </p15:guide>
        <p15:guide id="9" orient="horz" pos="1162">
          <p15:clr>
            <a:srgbClr val="F26B43"/>
          </p15:clr>
        </p15:guide>
        <p15:guide id="10" pos="665">
          <p15:clr>
            <a:srgbClr val="F26B43"/>
          </p15:clr>
        </p15:guide>
        <p15:guide id="11" pos="7015">
          <p15:clr>
            <a:srgbClr val="F26B43"/>
          </p15:clr>
        </p15:guide>
        <p15:guide id="13" orient="horz" pos="2160">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C65E8D-F825-584D-D6FB-F8C43CA5290B}"/>
              </a:ext>
            </a:extLst>
          </p:cNvPr>
          <p:cNvSpPr>
            <a:spLocks noGrp="1"/>
          </p:cNvSpPr>
          <p:nvPr>
            <p:ph type="title"/>
          </p:nvPr>
        </p:nvSpPr>
        <p:spPr>
          <a:xfrm>
            <a:off x="407987" y="404813"/>
            <a:ext cx="11376026" cy="1079971"/>
          </a:xfrm>
          <a:prstGeom prst="rect">
            <a:avLst/>
          </a:prstGeom>
        </p:spPr>
        <p:txBody>
          <a:bodyPr vert="horz" lIns="0" tIns="0" rIns="0" bIns="0" rtlCol="0" anchor="t" anchorCtr="0">
            <a:noAutofit/>
          </a:bodyPr>
          <a:lstStyle/>
          <a:p>
            <a:r>
              <a:rPr lang="en-US"/>
              <a:t>Click to edit Master title style</a:t>
            </a:r>
            <a:endParaRPr lang="fi-FI"/>
          </a:p>
        </p:txBody>
      </p:sp>
      <p:sp>
        <p:nvSpPr>
          <p:cNvPr id="3" name="Text Placeholder 2">
            <a:extLst>
              <a:ext uri="{FF2B5EF4-FFF2-40B4-BE49-F238E27FC236}">
                <a16:creationId xmlns:a16="http://schemas.microsoft.com/office/drawing/2014/main" id="{E0D11FC7-EFA2-69A1-189F-7A86286A46CC}"/>
              </a:ext>
            </a:extLst>
          </p:cNvPr>
          <p:cNvSpPr>
            <a:spLocks noGrp="1"/>
          </p:cNvSpPr>
          <p:nvPr>
            <p:ph type="body" idx="1"/>
          </p:nvPr>
        </p:nvSpPr>
        <p:spPr>
          <a:xfrm>
            <a:off x="407988" y="1844675"/>
            <a:ext cx="11376025" cy="403225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Date Placeholder 3">
            <a:extLst>
              <a:ext uri="{FF2B5EF4-FFF2-40B4-BE49-F238E27FC236}">
                <a16:creationId xmlns:a16="http://schemas.microsoft.com/office/drawing/2014/main" id="{743F7BF6-AD90-C909-77AF-27B553EAE67B}"/>
              </a:ext>
            </a:extLst>
          </p:cNvPr>
          <p:cNvSpPr>
            <a:spLocks noGrp="1"/>
          </p:cNvSpPr>
          <p:nvPr>
            <p:ph type="dt" sz="half" idx="2"/>
          </p:nvPr>
        </p:nvSpPr>
        <p:spPr>
          <a:xfrm>
            <a:off x="10200456" y="6309320"/>
            <a:ext cx="1152128" cy="143868"/>
          </a:xfrm>
          <a:prstGeom prst="rect">
            <a:avLst/>
          </a:prstGeom>
        </p:spPr>
        <p:txBody>
          <a:bodyPr vert="horz" lIns="0" tIns="0" rIns="0" bIns="0" rtlCol="0" anchor="ctr" anchorCtr="0">
            <a:noAutofit/>
          </a:bodyPr>
          <a:lstStyle>
            <a:lvl1pPr algn="r">
              <a:defRPr sz="800">
                <a:solidFill>
                  <a:schemeClr val="tx1"/>
                </a:solidFill>
                <a:latin typeface="+mj-lt"/>
              </a:defRPr>
            </a:lvl1pPr>
          </a:lstStyle>
          <a:p>
            <a:r>
              <a:rPr lang="fi-FI"/>
              <a:t>06.05.2026</a:t>
            </a:r>
          </a:p>
        </p:txBody>
      </p:sp>
      <p:sp>
        <p:nvSpPr>
          <p:cNvPr id="5" name="Footer Placeholder 4">
            <a:extLst>
              <a:ext uri="{FF2B5EF4-FFF2-40B4-BE49-F238E27FC236}">
                <a16:creationId xmlns:a16="http://schemas.microsoft.com/office/drawing/2014/main" id="{0F3C740A-22EB-F160-0AF7-8861ADCEA482}"/>
              </a:ext>
            </a:extLst>
          </p:cNvPr>
          <p:cNvSpPr>
            <a:spLocks noGrp="1"/>
          </p:cNvSpPr>
          <p:nvPr>
            <p:ph type="ftr" sz="quarter" idx="3"/>
          </p:nvPr>
        </p:nvSpPr>
        <p:spPr>
          <a:xfrm>
            <a:off x="1271464" y="6309320"/>
            <a:ext cx="8928992" cy="143869"/>
          </a:xfrm>
          <a:prstGeom prst="rect">
            <a:avLst/>
          </a:prstGeom>
        </p:spPr>
        <p:txBody>
          <a:bodyPr vert="horz" lIns="0" tIns="0" rIns="0" bIns="0" rtlCol="0" anchor="ctr" anchorCtr="0">
            <a:noAutofit/>
          </a:bodyPr>
          <a:lstStyle>
            <a:lvl1pPr algn="r">
              <a:defRPr sz="800">
                <a:solidFill>
                  <a:schemeClr val="tx1"/>
                </a:solidFill>
                <a:latin typeface="+mj-lt"/>
              </a:defRPr>
            </a:lvl1pPr>
          </a:lstStyle>
          <a:p>
            <a:r>
              <a:rPr lang="pt-BR"/>
              <a:t>Enrico Glerean (2026) CC-BY</a:t>
            </a:r>
            <a:endParaRPr lang="fi-FI"/>
          </a:p>
        </p:txBody>
      </p:sp>
      <p:sp>
        <p:nvSpPr>
          <p:cNvPr id="6" name="Slide Number Placeholder 5">
            <a:extLst>
              <a:ext uri="{FF2B5EF4-FFF2-40B4-BE49-F238E27FC236}">
                <a16:creationId xmlns:a16="http://schemas.microsoft.com/office/drawing/2014/main" id="{AFE010D8-B221-F972-68C1-3E01629A88DB}"/>
              </a:ext>
            </a:extLst>
          </p:cNvPr>
          <p:cNvSpPr>
            <a:spLocks noGrp="1"/>
          </p:cNvSpPr>
          <p:nvPr>
            <p:ph type="sldNum" sz="quarter" idx="4"/>
          </p:nvPr>
        </p:nvSpPr>
        <p:spPr>
          <a:xfrm>
            <a:off x="11352584" y="6309320"/>
            <a:ext cx="431428" cy="143869"/>
          </a:xfrm>
          <a:prstGeom prst="rect">
            <a:avLst/>
          </a:prstGeom>
        </p:spPr>
        <p:txBody>
          <a:bodyPr vert="horz" lIns="0" tIns="0" rIns="0" bIns="0" rtlCol="0" anchor="ctr" anchorCtr="0">
            <a:noAutofit/>
          </a:bodyPr>
          <a:lstStyle>
            <a:lvl1pPr algn="r">
              <a:defRPr sz="800" b="1">
                <a:solidFill>
                  <a:schemeClr val="tx1"/>
                </a:solidFill>
                <a:latin typeface="+mj-lt"/>
              </a:defRPr>
            </a:lvl1pPr>
          </a:lstStyle>
          <a:p>
            <a:fld id="{D701140D-C14F-41CA-99FC-0EF83E8DA40A}" type="slidenum">
              <a:rPr lang="fi-FI" smtClean="0"/>
              <a:pPr/>
              <a:t>‹#›</a:t>
            </a:fld>
            <a:endParaRPr lang="fi-FI"/>
          </a:p>
        </p:txBody>
      </p:sp>
      <p:sp>
        <p:nvSpPr>
          <p:cNvPr id="13" name="Freeform 5">
            <a:extLst>
              <a:ext uri="{FF2B5EF4-FFF2-40B4-BE49-F238E27FC236}">
                <a16:creationId xmlns:a16="http://schemas.microsoft.com/office/drawing/2014/main" id="{5C5E2C33-AA03-78AB-8665-63E23F2C35E4}"/>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i-FI"/>
          </a:p>
        </p:txBody>
      </p:sp>
      <p:sp>
        <p:nvSpPr>
          <p:cNvPr id="14" name="(c)" hidden="1">
            <a:extLst>
              <a:ext uri="{FF2B5EF4-FFF2-40B4-BE49-F238E27FC236}">
                <a16:creationId xmlns:a16="http://schemas.microsoft.com/office/drawing/2014/main" id="{8C5E7599-C4F7-9F42-0FC3-001CFA949BE0}"/>
              </a:ext>
            </a:extLst>
          </p:cNvPr>
          <p:cNvSpPr txBox="1">
            <a:spLocks noGrp="1" noRot="1" noMove="1" noResize="1" noEditPoints="1" noAdjustHandles="1" noChangeArrowheads="1" noChangeShapeType="1"/>
          </p:cNvSpPr>
          <p:nvPr/>
        </p:nvSpPr>
        <p:spPr>
          <a:xfrm>
            <a:off x="11992930" y="6891795"/>
            <a:ext cx="192360" cy="30778"/>
          </a:xfrm>
          <a:prstGeom prst="rect">
            <a:avLst/>
          </a:prstGeom>
          <a:noFill/>
        </p:spPr>
        <p:txBody>
          <a:bodyPr wrap="none" lIns="0" tIns="0" rIns="0" bIns="0" rtlCol="0">
            <a:spAutoFit/>
          </a:bodyPr>
          <a:lstStyle/>
          <a:p>
            <a:pPr algn="r"/>
            <a:r>
              <a:rPr lang="fi-FI" sz="200" noProof="1">
                <a:solidFill>
                  <a:schemeClr val="bg1"/>
                </a:solidFill>
                <a:latin typeface="+mn-lt"/>
              </a:rPr>
              <a:t>©grow. for</a:t>
            </a:r>
            <a:r>
              <a:rPr lang="fi-FI" sz="200" baseline="0" noProof="1">
                <a:solidFill>
                  <a:schemeClr val="bg1"/>
                </a:solidFill>
                <a:latin typeface="+mn-lt"/>
              </a:rPr>
              <a:t> aalto</a:t>
            </a:r>
            <a:endParaRPr lang="fi-FI" sz="200" noProof="1">
              <a:solidFill>
                <a:schemeClr val="bg1"/>
              </a:solidFill>
              <a:latin typeface="+mn-lt"/>
            </a:endParaRPr>
          </a:p>
        </p:txBody>
      </p:sp>
      <p:pic>
        <p:nvPicPr>
          <p:cNvPr id="15" name="(logo)" descr="Z:\GRW (grow)\logot\copyright_grow.png" hidden="1">
            <a:extLst>
              <a:ext uri="{FF2B5EF4-FFF2-40B4-BE49-F238E27FC236}">
                <a16:creationId xmlns:a16="http://schemas.microsoft.com/office/drawing/2014/main" id="{2253F43D-7AF1-7EB4-2D74-17D11A66FF4A}"/>
              </a:ext>
            </a:extLst>
          </p:cNvPr>
          <p:cNvPicPr>
            <a:picLocks noGrp="1" noRot="1" noChangeAspect="1" noMove="1" noResize="1" noEditPoints="1" noAdjustHandles="1" noChangeArrowheads="1" noChangeShapeType="1" noCrop="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0" y="-36000"/>
            <a:ext cx="60261" cy="1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0623492"/>
      </p:ext>
    </p:extLst>
  </p:cSld>
  <p:clrMap bg1="lt1" tx1="dk1" bg2="lt2" tx2="dk2" accent1="accent1" accent2="accent2" accent3="accent3" accent4="accent4" accent5="accent5" accent6="accent6" hlink="hlink" folHlink="folHlink"/>
  <p:sldLayoutIdLst>
    <p:sldLayoutId id="2147484044" r:id="rId1"/>
    <p:sldLayoutId id="2147484071" r:id="rId2"/>
    <p:sldLayoutId id="2147484072" r:id="rId3"/>
    <p:sldLayoutId id="2147484073" r:id="rId4"/>
    <p:sldLayoutId id="2147484074" r:id="rId5"/>
    <p:sldLayoutId id="2147484064" r:id="rId6"/>
    <p:sldLayoutId id="2147484065" r:id="rId7"/>
    <p:sldLayoutId id="2147484066" r:id="rId8"/>
    <p:sldLayoutId id="2147484067" r:id="rId9"/>
  </p:sldLayoutIdLst>
  <p:hf hdr="0"/>
  <p:txStyles>
    <p:titleStyle>
      <a:lvl1pPr algn="l" defTabSz="914400" rtl="0" eaLnBrk="1" latinLnBrk="0" hangingPunct="1">
        <a:lnSpc>
          <a:spcPct val="90000"/>
        </a:lnSpc>
        <a:spcBef>
          <a:spcPct val="0"/>
        </a:spcBef>
        <a:buNone/>
        <a:defRPr sz="3000" b="1" kern="1200" spc="-5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p15:clr>
            <a:srgbClr val="F26B43"/>
          </p15:clr>
        </p15:guide>
        <p15:guide id="3" pos="257">
          <p15:clr>
            <a:srgbClr val="F26B43"/>
          </p15:clr>
        </p15:guide>
        <p15:guide id="4" pos="7423">
          <p15:clr>
            <a:srgbClr val="F26B43"/>
          </p15:clr>
        </p15:guide>
        <p15:guide id="5" orient="horz" pos="3702">
          <p15:clr>
            <a:srgbClr val="F26B43"/>
          </p15:clr>
        </p15:guide>
        <p15:guide id="6" orient="horz" pos="255">
          <p15:clr>
            <a:srgbClr val="F26B43"/>
          </p15:clr>
        </p15:guide>
        <p15:guide id="7" orient="horz" pos="1389">
          <p15:clr>
            <a:srgbClr val="F26B43"/>
          </p15:clr>
        </p15:guide>
        <p15:guide id="9" orient="horz" pos="1162">
          <p15:clr>
            <a:srgbClr val="F26B43"/>
          </p15:clr>
        </p15:guide>
        <p15:guide id="10" pos="665">
          <p15:clr>
            <a:srgbClr val="F26B43"/>
          </p15:clr>
        </p15:guide>
        <p15:guide id="11" pos="7015">
          <p15:clr>
            <a:srgbClr val="F26B43"/>
          </p15:clr>
        </p15:guide>
        <p15:guide id="13" orient="horz" pos="2160">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C65E8D-F825-584D-D6FB-F8C43CA5290B}"/>
              </a:ext>
            </a:extLst>
          </p:cNvPr>
          <p:cNvSpPr>
            <a:spLocks noGrp="1"/>
          </p:cNvSpPr>
          <p:nvPr>
            <p:ph type="title"/>
          </p:nvPr>
        </p:nvSpPr>
        <p:spPr>
          <a:xfrm>
            <a:off x="407987" y="404813"/>
            <a:ext cx="11376026" cy="1079971"/>
          </a:xfrm>
          <a:prstGeom prst="rect">
            <a:avLst/>
          </a:prstGeom>
        </p:spPr>
        <p:txBody>
          <a:bodyPr vert="horz" lIns="0" tIns="0" rIns="0" bIns="0" rtlCol="0" anchor="t" anchorCtr="0">
            <a:noAutofit/>
          </a:bodyPr>
          <a:lstStyle/>
          <a:p>
            <a:r>
              <a:rPr lang="en-US"/>
              <a:t>Click to edit Master title style</a:t>
            </a:r>
            <a:endParaRPr lang="fi-FI"/>
          </a:p>
        </p:txBody>
      </p:sp>
      <p:sp>
        <p:nvSpPr>
          <p:cNvPr id="3" name="Text Placeholder 2">
            <a:extLst>
              <a:ext uri="{FF2B5EF4-FFF2-40B4-BE49-F238E27FC236}">
                <a16:creationId xmlns:a16="http://schemas.microsoft.com/office/drawing/2014/main" id="{E0D11FC7-EFA2-69A1-189F-7A86286A46CC}"/>
              </a:ext>
            </a:extLst>
          </p:cNvPr>
          <p:cNvSpPr>
            <a:spLocks noGrp="1"/>
          </p:cNvSpPr>
          <p:nvPr>
            <p:ph type="body" idx="1"/>
          </p:nvPr>
        </p:nvSpPr>
        <p:spPr>
          <a:xfrm>
            <a:off x="407988" y="1844675"/>
            <a:ext cx="11376025" cy="403225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Date Placeholder 3">
            <a:extLst>
              <a:ext uri="{FF2B5EF4-FFF2-40B4-BE49-F238E27FC236}">
                <a16:creationId xmlns:a16="http://schemas.microsoft.com/office/drawing/2014/main" id="{743F7BF6-AD90-C909-77AF-27B553EAE67B}"/>
              </a:ext>
            </a:extLst>
          </p:cNvPr>
          <p:cNvSpPr>
            <a:spLocks noGrp="1"/>
          </p:cNvSpPr>
          <p:nvPr>
            <p:ph type="dt" sz="half" idx="2"/>
          </p:nvPr>
        </p:nvSpPr>
        <p:spPr>
          <a:xfrm>
            <a:off x="10200456" y="6309320"/>
            <a:ext cx="1152128" cy="143868"/>
          </a:xfrm>
          <a:prstGeom prst="rect">
            <a:avLst/>
          </a:prstGeom>
        </p:spPr>
        <p:txBody>
          <a:bodyPr vert="horz" lIns="0" tIns="0" rIns="0" bIns="0" rtlCol="0" anchor="ctr" anchorCtr="0">
            <a:noAutofit/>
          </a:bodyPr>
          <a:lstStyle>
            <a:lvl1pPr algn="r">
              <a:defRPr sz="800">
                <a:solidFill>
                  <a:schemeClr val="tx1"/>
                </a:solidFill>
                <a:latin typeface="+mj-lt"/>
              </a:defRPr>
            </a:lvl1pPr>
          </a:lstStyle>
          <a:p>
            <a:r>
              <a:rPr lang="fi-FI"/>
              <a:t>06.05.2026</a:t>
            </a:r>
          </a:p>
        </p:txBody>
      </p:sp>
      <p:sp>
        <p:nvSpPr>
          <p:cNvPr id="5" name="Footer Placeholder 4">
            <a:extLst>
              <a:ext uri="{FF2B5EF4-FFF2-40B4-BE49-F238E27FC236}">
                <a16:creationId xmlns:a16="http://schemas.microsoft.com/office/drawing/2014/main" id="{0F3C740A-22EB-F160-0AF7-8861ADCEA482}"/>
              </a:ext>
            </a:extLst>
          </p:cNvPr>
          <p:cNvSpPr>
            <a:spLocks noGrp="1"/>
          </p:cNvSpPr>
          <p:nvPr>
            <p:ph type="ftr" sz="quarter" idx="3"/>
          </p:nvPr>
        </p:nvSpPr>
        <p:spPr>
          <a:xfrm>
            <a:off x="1271464" y="6309320"/>
            <a:ext cx="8928992" cy="143869"/>
          </a:xfrm>
          <a:prstGeom prst="rect">
            <a:avLst/>
          </a:prstGeom>
        </p:spPr>
        <p:txBody>
          <a:bodyPr vert="horz" lIns="0" tIns="0" rIns="0" bIns="0" rtlCol="0" anchor="ctr" anchorCtr="0">
            <a:noAutofit/>
          </a:bodyPr>
          <a:lstStyle>
            <a:lvl1pPr algn="r">
              <a:defRPr sz="800">
                <a:solidFill>
                  <a:schemeClr val="tx1"/>
                </a:solidFill>
                <a:latin typeface="+mj-lt"/>
              </a:defRPr>
            </a:lvl1pPr>
          </a:lstStyle>
          <a:p>
            <a:r>
              <a:rPr lang="pt-BR"/>
              <a:t>Enrico Glerean (2026) CC-BY</a:t>
            </a:r>
            <a:endParaRPr lang="fi-FI"/>
          </a:p>
        </p:txBody>
      </p:sp>
      <p:sp>
        <p:nvSpPr>
          <p:cNvPr id="6" name="Slide Number Placeholder 5">
            <a:extLst>
              <a:ext uri="{FF2B5EF4-FFF2-40B4-BE49-F238E27FC236}">
                <a16:creationId xmlns:a16="http://schemas.microsoft.com/office/drawing/2014/main" id="{AFE010D8-B221-F972-68C1-3E01629A88DB}"/>
              </a:ext>
            </a:extLst>
          </p:cNvPr>
          <p:cNvSpPr>
            <a:spLocks noGrp="1"/>
          </p:cNvSpPr>
          <p:nvPr>
            <p:ph type="sldNum" sz="quarter" idx="4"/>
          </p:nvPr>
        </p:nvSpPr>
        <p:spPr>
          <a:xfrm>
            <a:off x="11352584" y="6309320"/>
            <a:ext cx="431428" cy="143869"/>
          </a:xfrm>
          <a:prstGeom prst="rect">
            <a:avLst/>
          </a:prstGeom>
        </p:spPr>
        <p:txBody>
          <a:bodyPr vert="horz" lIns="0" tIns="0" rIns="0" bIns="0" rtlCol="0" anchor="ctr" anchorCtr="0">
            <a:noAutofit/>
          </a:bodyPr>
          <a:lstStyle>
            <a:lvl1pPr algn="r">
              <a:defRPr sz="800" b="1">
                <a:solidFill>
                  <a:schemeClr val="tx1"/>
                </a:solidFill>
                <a:latin typeface="+mj-lt"/>
              </a:defRPr>
            </a:lvl1pPr>
          </a:lstStyle>
          <a:p>
            <a:fld id="{D701140D-C14F-41CA-99FC-0EF83E8DA40A}" type="slidenum">
              <a:rPr lang="fi-FI" smtClean="0"/>
              <a:pPr/>
              <a:t>‹#›</a:t>
            </a:fld>
            <a:endParaRPr lang="fi-FI"/>
          </a:p>
        </p:txBody>
      </p:sp>
      <p:sp>
        <p:nvSpPr>
          <p:cNvPr id="13" name="Freeform 5">
            <a:extLst>
              <a:ext uri="{FF2B5EF4-FFF2-40B4-BE49-F238E27FC236}">
                <a16:creationId xmlns:a16="http://schemas.microsoft.com/office/drawing/2014/main" id="{5C5E2C33-AA03-78AB-8665-63E23F2C35E4}"/>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i-FI"/>
          </a:p>
        </p:txBody>
      </p:sp>
      <p:sp>
        <p:nvSpPr>
          <p:cNvPr id="14" name="(c)" hidden="1">
            <a:extLst>
              <a:ext uri="{FF2B5EF4-FFF2-40B4-BE49-F238E27FC236}">
                <a16:creationId xmlns:a16="http://schemas.microsoft.com/office/drawing/2014/main" id="{8C5E7599-C4F7-9F42-0FC3-001CFA949BE0}"/>
              </a:ext>
            </a:extLst>
          </p:cNvPr>
          <p:cNvSpPr txBox="1">
            <a:spLocks noGrp="1" noRot="1" noMove="1" noResize="1" noEditPoints="1" noAdjustHandles="1" noChangeArrowheads="1" noChangeShapeType="1"/>
          </p:cNvSpPr>
          <p:nvPr/>
        </p:nvSpPr>
        <p:spPr>
          <a:xfrm>
            <a:off x="11992930" y="6891795"/>
            <a:ext cx="192360" cy="30778"/>
          </a:xfrm>
          <a:prstGeom prst="rect">
            <a:avLst/>
          </a:prstGeom>
          <a:noFill/>
        </p:spPr>
        <p:txBody>
          <a:bodyPr wrap="none" lIns="0" tIns="0" rIns="0" bIns="0" rtlCol="0">
            <a:spAutoFit/>
          </a:bodyPr>
          <a:lstStyle/>
          <a:p>
            <a:pPr algn="r"/>
            <a:r>
              <a:rPr lang="fi-FI" sz="200" noProof="1">
                <a:solidFill>
                  <a:schemeClr val="bg1"/>
                </a:solidFill>
                <a:latin typeface="+mn-lt"/>
              </a:rPr>
              <a:t>©grow. for</a:t>
            </a:r>
            <a:r>
              <a:rPr lang="fi-FI" sz="200" baseline="0" noProof="1">
                <a:solidFill>
                  <a:schemeClr val="bg1"/>
                </a:solidFill>
                <a:latin typeface="+mn-lt"/>
              </a:rPr>
              <a:t> aalto</a:t>
            </a:r>
            <a:endParaRPr lang="fi-FI" sz="200" noProof="1">
              <a:solidFill>
                <a:schemeClr val="bg1"/>
              </a:solidFill>
              <a:latin typeface="+mn-lt"/>
            </a:endParaRPr>
          </a:p>
        </p:txBody>
      </p:sp>
      <p:pic>
        <p:nvPicPr>
          <p:cNvPr id="15" name="(logo)" descr="Z:\GRW (grow)\logot\copyright_grow.png" hidden="1">
            <a:extLst>
              <a:ext uri="{FF2B5EF4-FFF2-40B4-BE49-F238E27FC236}">
                <a16:creationId xmlns:a16="http://schemas.microsoft.com/office/drawing/2014/main" id="{2253F43D-7AF1-7EB4-2D74-17D11A66FF4A}"/>
              </a:ext>
            </a:extLst>
          </p:cNvPr>
          <p:cNvPicPr>
            <a:picLocks noGrp="1" noRot="1" noChangeAspect="1" noMove="1" noResize="1" noEditPoints="1" noAdjustHandles="1" noChangeArrowheads="1" noChangeShapeType="1" noCrop="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0" y="-36000"/>
            <a:ext cx="60261" cy="1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0130185"/>
      </p:ext>
    </p:extLst>
  </p:cSld>
  <p:clrMap bg1="lt1" tx1="dk1" bg2="lt2" tx2="dk2" accent1="accent1" accent2="accent2" accent3="accent3" accent4="accent4" accent5="accent5" accent6="accent6" hlink="hlink" folHlink="folHlink"/>
  <p:sldLayoutIdLst>
    <p:sldLayoutId id="2147484070" r:id="rId1"/>
    <p:sldLayoutId id="2147483888" r:id="rId2"/>
    <p:sldLayoutId id="2147483889" r:id="rId3"/>
    <p:sldLayoutId id="2147483890" r:id="rId4"/>
  </p:sldLayoutIdLst>
  <p:hf hdr="0"/>
  <p:txStyles>
    <p:titleStyle>
      <a:lvl1pPr algn="l" defTabSz="914400" rtl="0" eaLnBrk="1" latinLnBrk="0" hangingPunct="1">
        <a:lnSpc>
          <a:spcPct val="90000"/>
        </a:lnSpc>
        <a:spcBef>
          <a:spcPct val="0"/>
        </a:spcBef>
        <a:buNone/>
        <a:defRPr sz="3000" b="1" kern="1200" spc="-5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p15:clr>
            <a:srgbClr val="F26B43"/>
          </p15:clr>
        </p15:guide>
        <p15:guide id="3" pos="257">
          <p15:clr>
            <a:srgbClr val="F26B43"/>
          </p15:clr>
        </p15:guide>
        <p15:guide id="4" pos="7423">
          <p15:clr>
            <a:srgbClr val="F26B43"/>
          </p15:clr>
        </p15:guide>
        <p15:guide id="5" orient="horz" pos="3702">
          <p15:clr>
            <a:srgbClr val="F26B43"/>
          </p15:clr>
        </p15:guide>
        <p15:guide id="6" orient="horz" pos="255">
          <p15:clr>
            <a:srgbClr val="F26B43"/>
          </p15:clr>
        </p15:guide>
        <p15:guide id="7" orient="horz" pos="1389">
          <p15:clr>
            <a:srgbClr val="F26B43"/>
          </p15:clr>
        </p15:guide>
        <p15:guide id="9" orient="horz" pos="1162">
          <p15:clr>
            <a:srgbClr val="F26B43"/>
          </p15:clr>
        </p15:guide>
        <p15:guide id="10" pos="665">
          <p15:clr>
            <a:srgbClr val="F26B43"/>
          </p15:clr>
        </p15:guide>
        <p15:guide id="11" pos="7015">
          <p15:clr>
            <a:srgbClr val="F26B43"/>
          </p15:clr>
        </p15:guide>
        <p15:guide id="13" orient="horz" pos="216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2" Type="http://schemas.openxmlformats.org/officeDocument/2006/relationships/hyperlink" Target="https://global.oup.com/ushe/product/principles-of-biomedical-ethics-9780190640873?cc=fi&amp;lang=en&amp;" TargetMode="External"/><Relationship Id="rId1" Type="http://schemas.openxmlformats.org/officeDocument/2006/relationships/slideLayout" Target="../slideLayouts/slideLayout4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12.xml.rels><?xml version="1.0" encoding="UTF-8" standalone="yes"?>
<Relationships xmlns="http://schemas.openxmlformats.org/package/2006/relationships"><Relationship Id="rId3" Type="http://schemas.openxmlformats.org/officeDocument/2006/relationships/hyperlink" Target="https://www.edpb.europa.eu/our-work-tools/our-documents/support-pool-experts-projects/fundamentals-secure-ai-systems-personal_en" TargetMode="External"/><Relationship Id="rId2" Type="http://schemas.openxmlformats.org/officeDocument/2006/relationships/notesSlide" Target="../notesSlides/notesSlide1.xml"/><Relationship Id="rId1" Type="http://schemas.openxmlformats.org/officeDocument/2006/relationships/slideLayout" Target="../slideLayouts/slideLayout71.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2.xml"/><Relationship Id="rId1" Type="http://schemas.openxmlformats.org/officeDocument/2006/relationships/slideLayout" Target="../slideLayouts/slideLayout7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1.xml"/></Relationships>
</file>

<file path=ppt/slides/_rels/slide16.xml.rels><?xml version="1.0" encoding="UTF-8" standalone="yes"?>
<Relationships xmlns="http://schemas.openxmlformats.org/package/2006/relationships"><Relationship Id="rId3" Type="http://schemas.openxmlformats.org/officeDocument/2006/relationships/hyperlink" Target="https://arxiv.org/html/2604.15597v1" TargetMode="External"/><Relationship Id="rId2" Type="http://schemas.openxmlformats.org/officeDocument/2006/relationships/hyperlink" Target="https://machinelearning.apple.com/research/exploring-hallucinations" TargetMode="External"/><Relationship Id="rId1" Type="http://schemas.openxmlformats.org/officeDocument/2006/relationships/slideLayout" Target="../slideLayouts/slideLayout71.xml"/><Relationship Id="rId4" Type="http://schemas.openxmlformats.org/officeDocument/2006/relationships/hyperlink" Target="https://arxiv.org/pdf/2505.12546"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arxiv.org/abs/2602.14349" TargetMode="External"/><Relationship Id="rId2" Type="http://schemas.openxmlformats.org/officeDocument/2006/relationships/hyperlink" Target="https://www.nature.com/articles/d41586-026-00969-z" TargetMode="External"/><Relationship Id="rId1" Type="http://schemas.openxmlformats.org/officeDocument/2006/relationships/slideLayout" Target="../slideLayouts/slideLayout1.xml"/><Relationship Id="rId5" Type="http://schemas.openxmlformats.org/officeDocument/2006/relationships/hyperlink" Target="https://dl.acm.org/doi/10.1145/3706598.3713778" TargetMode="External"/><Relationship Id="rId4" Type="http://schemas.openxmlformats.org/officeDocument/2006/relationships/hyperlink" Target="https://www.sciencedirect.com/science/article/pii/S0749597825000172?via%3Dihub"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4.xml"/><Relationship Id="rId1" Type="http://schemas.openxmlformats.org/officeDocument/2006/relationships/slideLayout" Target="../slideLayouts/slideLayout72.xml"/></Relationships>
</file>

<file path=ppt/slides/_rels/slide23.xml.rels><?xml version="1.0" encoding="UTF-8" standalone="yes"?>
<Relationships xmlns="http://schemas.openxmlformats.org/package/2006/relationships"><Relationship Id="rId8" Type="http://schemas.openxmlformats.org/officeDocument/2006/relationships/hyperlink" Target="https://www.edpb.europa.eu/our-work-tools/our-documents/support-pool-experts-projects/fundamentals-secure-ai-systems-personal_en" TargetMode="External"/><Relationship Id="rId13" Type="http://schemas.openxmlformats.org/officeDocument/2006/relationships/hyperlink" Target="https://doi.org/10.1080/17482631.2023.2295151" TargetMode="External"/><Relationship Id="rId18" Type="http://schemas.openxmlformats.org/officeDocument/2006/relationships/hyperlink" Target="https://doi.org/10.1016/j.obhdp.2025.104405" TargetMode="External"/><Relationship Id="rId3" Type="http://schemas.openxmlformats.org/officeDocument/2006/relationships/hyperlink" Target="https://doi.org/10.1038/s41597-022-01710-x" TargetMode="External"/><Relationship Id="rId7" Type="http://schemas.openxmlformats.org/officeDocument/2006/relationships/hyperlink" Target="https://doi.org/10.48550/arXiv.2602.14349" TargetMode="External"/><Relationship Id="rId12" Type="http://schemas.openxmlformats.org/officeDocument/2006/relationships/hyperlink" Target="https://doi.org/10.1145/3706598.3713778" TargetMode="External"/><Relationship Id="rId17" Type="http://schemas.openxmlformats.org/officeDocument/2006/relationships/hyperlink" Target="https://rdmkit.elixir-europe.org/data_life_cycle" TargetMode="External"/><Relationship Id="rId2" Type="http://schemas.openxmlformats.org/officeDocument/2006/relationships/hyperlink" Target="https://doi.org/10.26356/ECOC" TargetMode="External"/><Relationship Id="rId16" Type="http://schemas.openxmlformats.org/officeDocument/2006/relationships/hyperlink" Target="https://doi.org/10.48550/arXiv.2410.02707" TargetMode="External"/><Relationship Id="rId1" Type="http://schemas.openxmlformats.org/officeDocument/2006/relationships/slideLayout" Target="../slideLayouts/slideLayout71.xml"/><Relationship Id="rId6" Type="http://schemas.openxmlformats.org/officeDocument/2006/relationships/hyperlink" Target="https://doi.org/10.48550/arXiv.2505.12546" TargetMode="External"/><Relationship Id="rId11" Type="http://schemas.openxmlformats.org/officeDocument/2006/relationships/hyperlink" Target="https://doi.org/10.48550/arXiv.2604.15597" TargetMode="External"/><Relationship Id="rId5" Type="http://schemas.openxmlformats.org/officeDocument/2006/relationships/hyperlink" Target="https://www.cos.io/initiatives/top-guidelines" TargetMode="External"/><Relationship Id="rId15" Type="http://schemas.openxmlformats.org/officeDocument/2006/relationships/hyperlink" Target="https://doi.org/10.1126/science.aab2374" TargetMode="External"/><Relationship Id="rId10" Type="http://schemas.openxmlformats.org/officeDocument/2006/relationships/hyperlink" Target="https://tenk.fi/sites/default/files/2023-05/RI_Guidelines_2023.pdf" TargetMode="External"/><Relationship Id="rId19" Type="http://schemas.openxmlformats.org/officeDocument/2006/relationships/hyperlink" Target="https://doi.org/10.1038/sdata.2016.18" TargetMode="External"/><Relationship Id="rId4" Type="http://schemas.openxmlformats.org/officeDocument/2006/relationships/hyperlink" Target="https://www.budapestopenaccessinitiative.org/read/" TargetMode="External"/><Relationship Id="rId9" Type="http://schemas.openxmlformats.org/officeDocument/2006/relationships/hyperlink" Target="https://doi.org/10.5281/zenodo.8413164" TargetMode="External"/><Relationship Id="rId14" Type="http://schemas.openxmlformats.org/officeDocument/2006/relationships/hyperlink" Target="https://doi.org/10.1038/d41586-026-00969-z"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BB09D-BD64-B7B9-1134-F800A6DF882A}"/>
              </a:ext>
            </a:extLst>
          </p:cNvPr>
          <p:cNvSpPr>
            <a:spLocks noGrp="1"/>
          </p:cNvSpPr>
          <p:nvPr>
            <p:ph type="ctrTitle"/>
          </p:nvPr>
        </p:nvSpPr>
        <p:spPr>
          <a:xfrm>
            <a:off x="407988" y="2822710"/>
            <a:ext cx="9792468" cy="895351"/>
          </a:xfrm>
        </p:spPr>
        <p:txBody>
          <a:bodyPr/>
          <a:lstStyle/>
          <a:p>
            <a:r>
              <a:rPr lang="en-GB" dirty="0"/>
              <a:t>Responsible use of Artificial Intelligence </a:t>
            </a:r>
            <a:br>
              <a:rPr lang="en-GB" dirty="0"/>
            </a:br>
            <a:r>
              <a:rPr lang="en-GB" dirty="0"/>
              <a:t>systems in research work and support</a:t>
            </a:r>
            <a:endParaRPr lang="en-FI" dirty="0"/>
          </a:p>
        </p:txBody>
      </p:sp>
      <p:sp>
        <p:nvSpPr>
          <p:cNvPr id="3" name="Subtitle 2">
            <a:extLst>
              <a:ext uri="{FF2B5EF4-FFF2-40B4-BE49-F238E27FC236}">
                <a16:creationId xmlns:a16="http://schemas.microsoft.com/office/drawing/2014/main" id="{97276638-233C-3CDD-4F4D-DC03F8CD9036}"/>
              </a:ext>
            </a:extLst>
          </p:cNvPr>
          <p:cNvSpPr>
            <a:spLocks noGrp="1"/>
          </p:cNvSpPr>
          <p:nvPr>
            <p:ph type="subTitle" idx="1"/>
          </p:nvPr>
        </p:nvSpPr>
        <p:spPr>
          <a:xfrm>
            <a:off x="407988" y="3807595"/>
            <a:ext cx="9792468" cy="895351"/>
          </a:xfrm>
        </p:spPr>
        <p:txBody>
          <a:bodyPr/>
          <a:lstStyle/>
          <a:p>
            <a:r>
              <a:rPr lang="en-GB" dirty="0"/>
              <a:t>Ethics, integrity, and compliance</a:t>
            </a:r>
            <a:endParaRPr lang="en-FI" dirty="0"/>
          </a:p>
          <a:p>
            <a:endParaRPr lang="en-FI" dirty="0"/>
          </a:p>
        </p:txBody>
      </p:sp>
      <p:sp>
        <p:nvSpPr>
          <p:cNvPr id="4" name="Date Placeholder 3">
            <a:extLst>
              <a:ext uri="{FF2B5EF4-FFF2-40B4-BE49-F238E27FC236}">
                <a16:creationId xmlns:a16="http://schemas.microsoft.com/office/drawing/2014/main" id="{A3FB6047-B828-C5C9-CDEF-0E2022C273E0}"/>
              </a:ext>
            </a:extLst>
          </p:cNvPr>
          <p:cNvSpPr>
            <a:spLocks noGrp="1"/>
          </p:cNvSpPr>
          <p:nvPr>
            <p:ph type="dt" sz="half" idx="10"/>
          </p:nvPr>
        </p:nvSpPr>
        <p:spPr/>
        <p:txBody>
          <a:bodyPr/>
          <a:lstStyle/>
          <a:p>
            <a:r>
              <a:rPr lang="fi-FI"/>
              <a:t>06.05.2026</a:t>
            </a:r>
          </a:p>
        </p:txBody>
      </p:sp>
      <p:sp>
        <p:nvSpPr>
          <p:cNvPr id="5" name="Slide Number Placeholder 4">
            <a:extLst>
              <a:ext uri="{FF2B5EF4-FFF2-40B4-BE49-F238E27FC236}">
                <a16:creationId xmlns:a16="http://schemas.microsoft.com/office/drawing/2014/main" id="{4EB92D6B-14E2-D3DB-6ADF-CA9BE6C5EA0D}"/>
              </a:ext>
            </a:extLst>
          </p:cNvPr>
          <p:cNvSpPr>
            <a:spLocks noGrp="1"/>
          </p:cNvSpPr>
          <p:nvPr>
            <p:ph type="sldNum" sz="quarter" idx="12"/>
          </p:nvPr>
        </p:nvSpPr>
        <p:spPr/>
        <p:txBody>
          <a:bodyPr/>
          <a:lstStyle/>
          <a:p>
            <a:fld id="{D701140D-C14F-41CA-99FC-0EF83E8DA40A}" type="slidenum">
              <a:rPr lang="fi-FI" smtClean="0"/>
              <a:pPr/>
              <a:t>1</a:t>
            </a:fld>
            <a:endParaRPr lang="fi-FI"/>
          </a:p>
        </p:txBody>
      </p:sp>
      <p:sp>
        <p:nvSpPr>
          <p:cNvPr id="6" name="Footer Placeholder 5">
            <a:extLst>
              <a:ext uri="{FF2B5EF4-FFF2-40B4-BE49-F238E27FC236}">
                <a16:creationId xmlns:a16="http://schemas.microsoft.com/office/drawing/2014/main" id="{9215AE2A-8B67-1687-5574-75DE012189CC}"/>
              </a:ext>
            </a:extLst>
          </p:cNvPr>
          <p:cNvSpPr>
            <a:spLocks noGrp="1"/>
          </p:cNvSpPr>
          <p:nvPr>
            <p:ph type="ftr" sz="quarter" idx="11"/>
          </p:nvPr>
        </p:nvSpPr>
        <p:spPr/>
        <p:txBody>
          <a:bodyPr/>
          <a:lstStyle/>
          <a:p>
            <a:r>
              <a:rPr lang="pt-BR"/>
              <a:t>Enrico Glerean (2026) CC-BY</a:t>
            </a:r>
            <a:endParaRPr lang="fi-FI"/>
          </a:p>
        </p:txBody>
      </p:sp>
      <p:sp>
        <p:nvSpPr>
          <p:cNvPr id="7" name="Text Placeholder 6">
            <a:extLst>
              <a:ext uri="{FF2B5EF4-FFF2-40B4-BE49-F238E27FC236}">
                <a16:creationId xmlns:a16="http://schemas.microsoft.com/office/drawing/2014/main" id="{6F3477DB-97E0-F047-60B8-670E1ED25073}"/>
              </a:ext>
            </a:extLst>
          </p:cNvPr>
          <p:cNvSpPr>
            <a:spLocks noGrp="1"/>
          </p:cNvSpPr>
          <p:nvPr>
            <p:ph type="body" sz="quarter" idx="13"/>
          </p:nvPr>
        </p:nvSpPr>
        <p:spPr>
          <a:xfrm>
            <a:off x="407989" y="4869160"/>
            <a:ext cx="9792468" cy="830997"/>
          </a:xfrm>
        </p:spPr>
        <p:txBody>
          <a:bodyPr/>
          <a:lstStyle/>
          <a:p>
            <a:r>
              <a:rPr lang="en-US" dirty="0"/>
              <a:t>Dr. </a:t>
            </a:r>
            <a:r>
              <a:rPr lang="en-US" b="1" dirty="0"/>
              <a:t>Enrico Glerean</a:t>
            </a:r>
            <a:br>
              <a:rPr lang="en-US" b="1" dirty="0"/>
            </a:br>
            <a:r>
              <a:rPr lang="en-US" dirty="0"/>
              <a:t>Staff Scientist and Data Agent at </a:t>
            </a:r>
            <a:r>
              <a:rPr lang="en-US" b="1" dirty="0"/>
              <a:t>Aalto University</a:t>
            </a:r>
          </a:p>
          <a:p>
            <a:endParaRPr lang="en-FI" dirty="0"/>
          </a:p>
        </p:txBody>
      </p:sp>
      <p:grpSp>
        <p:nvGrpSpPr>
          <p:cNvPr id="8" name="Group 7">
            <a:extLst>
              <a:ext uri="{FF2B5EF4-FFF2-40B4-BE49-F238E27FC236}">
                <a16:creationId xmlns:a16="http://schemas.microsoft.com/office/drawing/2014/main" id="{39A48848-F745-3A60-3A91-F4B489D1B6D4}"/>
              </a:ext>
            </a:extLst>
          </p:cNvPr>
          <p:cNvGrpSpPr/>
          <p:nvPr/>
        </p:nvGrpSpPr>
        <p:grpSpPr>
          <a:xfrm>
            <a:off x="8975647" y="465778"/>
            <a:ext cx="2692250" cy="2668758"/>
            <a:chOff x="3601503" y="1525668"/>
            <a:chExt cx="4279024" cy="4241687"/>
          </a:xfrm>
        </p:grpSpPr>
        <p:sp>
          <p:nvSpPr>
            <p:cNvPr id="9" name="Google Shape;203;p35">
              <a:extLst>
                <a:ext uri="{FF2B5EF4-FFF2-40B4-BE49-F238E27FC236}">
                  <a16:creationId xmlns:a16="http://schemas.microsoft.com/office/drawing/2014/main" id="{38A3EDFC-6B25-DEEC-5CE6-2B6240DB9405}"/>
                </a:ext>
              </a:extLst>
            </p:cNvPr>
            <p:cNvSpPr/>
            <p:nvPr/>
          </p:nvSpPr>
          <p:spPr>
            <a:xfrm>
              <a:off x="3976644" y="1525668"/>
              <a:ext cx="3415500" cy="3415500"/>
            </a:xfrm>
            <a:prstGeom prst="ellipse">
              <a:avLst/>
            </a:prstGeom>
            <a:solidFill>
              <a:srgbClr val="DDAA33">
                <a:alpha val="34118"/>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0" name="Google Shape;203;p35">
              <a:extLst>
                <a:ext uri="{FF2B5EF4-FFF2-40B4-BE49-F238E27FC236}">
                  <a16:creationId xmlns:a16="http://schemas.microsoft.com/office/drawing/2014/main" id="{A5895315-70EE-4173-94FB-561446629781}"/>
                </a:ext>
              </a:extLst>
            </p:cNvPr>
            <p:cNvSpPr/>
            <p:nvPr/>
          </p:nvSpPr>
          <p:spPr>
            <a:xfrm>
              <a:off x="4465028" y="2351856"/>
              <a:ext cx="3415500" cy="3415500"/>
            </a:xfrm>
            <a:prstGeom prst="ellipse">
              <a:avLst/>
            </a:prstGeom>
            <a:solidFill>
              <a:srgbClr val="004488">
                <a:alpha val="4500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1" name="Google Shape;206;p35">
              <a:extLst>
                <a:ext uri="{FF2B5EF4-FFF2-40B4-BE49-F238E27FC236}">
                  <a16:creationId xmlns:a16="http://schemas.microsoft.com/office/drawing/2014/main" id="{19CC9073-2C34-5448-E7D2-D826F6C59595}"/>
                </a:ext>
              </a:extLst>
            </p:cNvPr>
            <p:cNvSpPr/>
            <p:nvPr/>
          </p:nvSpPr>
          <p:spPr>
            <a:xfrm>
              <a:off x="3601503" y="2351856"/>
              <a:ext cx="3415500" cy="3415500"/>
            </a:xfrm>
            <a:prstGeom prst="ellipse">
              <a:avLst/>
            </a:prstGeom>
            <a:solidFill>
              <a:srgbClr val="BB5566">
                <a:alpha val="44706"/>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Tree>
    <p:extLst>
      <p:ext uri="{BB962C8B-B14F-4D97-AF65-F5344CB8AC3E}">
        <p14:creationId xmlns:p14="http://schemas.microsoft.com/office/powerpoint/2010/main" val="11979342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AA96A-4613-DF91-F175-63E3B40B1377}"/>
              </a:ext>
            </a:extLst>
          </p:cNvPr>
          <p:cNvSpPr>
            <a:spLocks noGrp="1"/>
          </p:cNvSpPr>
          <p:nvPr>
            <p:ph type="title"/>
          </p:nvPr>
        </p:nvSpPr>
        <p:spPr/>
        <p:txBody>
          <a:bodyPr/>
          <a:lstStyle/>
          <a:p>
            <a:r>
              <a:rPr lang="en-US" dirty="0"/>
              <a:t>About the speaker</a:t>
            </a:r>
            <a:endParaRPr lang="en-FI" dirty="0"/>
          </a:p>
        </p:txBody>
      </p:sp>
      <p:sp>
        <p:nvSpPr>
          <p:cNvPr id="3" name="Date Placeholder 2">
            <a:extLst>
              <a:ext uri="{FF2B5EF4-FFF2-40B4-BE49-F238E27FC236}">
                <a16:creationId xmlns:a16="http://schemas.microsoft.com/office/drawing/2014/main" id="{D735B246-52A3-54BD-1391-AA18514A501A}"/>
              </a:ext>
            </a:extLst>
          </p:cNvPr>
          <p:cNvSpPr>
            <a:spLocks noGrp="1"/>
          </p:cNvSpPr>
          <p:nvPr>
            <p:ph type="dt" sz="half" idx="10"/>
          </p:nvPr>
        </p:nvSpPr>
        <p:spPr/>
        <p:txBody>
          <a:bodyPr/>
          <a:lstStyle/>
          <a:p>
            <a:r>
              <a:rPr lang="fi-FI"/>
              <a:t>06.05.2026</a:t>
            </a:r>
          </a:p>
        </p:txBody>
      </p:sp>
      <p:sp>
        <p:nvSpPr>
          <p:cNvPr id="4" name="Slide Number Placeholder 3">
            <a:extLst>
              <a:ext uri="{FF2B5EF4-FFF2-40B4-BE49-F238E27FC236}">
                <a16:creationId xmlns:a16="http://schemas.microsoft.com/office/drawing/2014/main" id="{B00CADDA-6D73-2A0D-27FF-338A7ACF6B5B}"/>
              </a:ext>
            </a:extLst>
          </p:cNvPr>
          <p:cNvSpPr>
            <a:spLocks noGrp="1"/>
          </p:cNvSpPr>
          <p:nvPr>
            <p:ph type="sldNum" sz="quarter" idx="12"/>
          </p:nvPr>
        </p:nvSpPr>
        <p:spPr/>
        <p:txBody>
          <a:bodyPr/>
          <a:lstStyle/>
          <a:p>
            <a:fld id="{D701140D-C14F-41CA-99FC-0EF83E8DA40A}" type="slidenum">
              <a:rPr lang="fi-FI" smtClean="0"/>
              <a:t>2</a:t>
            </a:fld>
            <a:endParaRPr lang="fi-FI"/>
          </a:p>
        </p:txBody>
      </p:sp>
      <p:sp>
        <p:nvSpPr>
          <p:cNvPr id="5" name="Text Placeholder 4">
            <a:extLst>
              <a:ext uri="{FF2B5EF4-FFF2-40B4-BE49-F238E27FC236}">
                <a16:creationId xmlns:a16="http://schemas.microsoft.com/office/drawing/2014/main" id="{E466C54D-749B-67D3-E730-8834A5445A62}"/>
              </a:ext>
            </a:extLst>
          </p:cNvPr>
          <p:cNvSpPr>
            <a:spLocks noGrp="1"/>
          </p:cNvSpPr>
          <p:nvPr>
            <p:ph type="body" sz="quarter" idx="13"/>
          </p:nvPr>
        </p:nvSpPr>
        <p:spPr/>
        <p:txBody>
          <a:bodyPr/>
          <a:lstStyle/>
          <a:p>
            <a:r>
              <a:rPr lang="en-US" sz="1600" b="1" dirty="0"/>
              <a:t>Enrico Glerean, DSc.</a:t>
            </a:r>
          </a:p>
          <a:p>
            <a:pPr marL="342900" indent="-342900">
              <a:buFont typeface="Arial" panose="020B0604020202020204" pitchFamily="34" charset="0"/>
              <a:buChar char="•"/>
            </a:pPr>
            <a:r>
              <a:rPr lang="en-US" sz="1600" b="1" dirty="0"/>
              <a:t>Staff scientist and Data Agent at Aalto University </a:t>
            </a:r>
            <a:r>
              <a:rPr lang="en-US" sz="1600" dirty="0"/>
              <a:t>(background in neuroimaging), training and supporting researchers with handling personal data (anonymization, secure computing), medical images, clinical trials, research ethics and research integrity (AI and new technologies), statistics, open science.</a:t>
            </a:r>
          </a:p>
          <a:p>
            <a:pPr marL="342900" indent="-342900">
              <a:buFont typeface="Arial" panose="020B0604020202020204" pitchFamily="34" charset="0"/>
              <a:buChar char="•"/>
            </a:pPr>
            <a:r>
              <a:rPr lang="en-US" sz="1600" dirty="0"/>
              <a:t>Other affiliations/COI: </a:t>
            </a:r>
            <a:r>
              <a:rPr lang="en-US" sz="1600" b="1" dirty="0"/>
              <a:t>CodeRefinery</a:t>
            </a:r>
            <a:r>
              <a:rPr lang="en-US" sz="1600" dirty="0"/>
              <a:t> (Nordic network to teach computational reproducibility), </a:t>
            </a:r>
            <a:r>
              <a:rPr lang="en-US" sz="1600" b="1" dirty="0"/>
              <a:t>Finnish Reproducibility Network</a:t>
            </a:r>
            <a:r>
              <a:rPr lang="en-US" sz="1600" dirty="0"/>
              <a:t> (National network to raise awareness in reproducibility), </a:t>
            </a:r>
            <a:r>
              <a:rPr lang="en-US" sz="1600" b="1" dirty="0"/>
              <a:t>Support Pool of Experts</a:t>
            </a:r>
            <a:r>
              <a:rPr lang="en-US" sz="1600" dirty="0"/>
              <a:t> at the </a:t>
            </a:r>
            <a:r>
              <a:rPr lang="en-US" sz="1600" b="1" dirty="0"/>
              <a:t>European Data Protection Board</a:t>
            </a:r>
            <a:r>
              <a:rPr lang="en-US" sz="1600" dirty="0"/>
              <a:t> (open training materials on personal data, AI, and cybersecurity), </a:t>
            </a:r>
            <a:r>
              <a:rPr lang="en-US" sz="1600" b="1" dirty="0"/>
              <a:t>Data Steward training program</a:t>
            </a:r>
            <a:r>
              <a:rPr lang="en-US" sz="1600" dirty="0"/>
              <a:t> for </a:t>
            </a:r>
            <a:r>
              <a:rPr lang="en-US" sz="1600" b="1" dirty="0"/>
              <a:t>Tampere University</a:t>
            </a:r>
            <a:endParaRPr lang="en-US" sz="1600" b="1" dirty="0">
              <a:cs typeface="Arial" panose="020B0604020202020204"/>
            </a:endParaRPr>
          </a:p>
          <a:p>
            <a:endParaRPr lang="en-FI" dirty="0"/>
          </a:p>
        </p:txBody>
      </p:sp>
      <p:sp>
        <p:nvSpPr>
          <p:cNvPr id="6" name="Footer Placeholder 5">
            <a:extLst>
              <a:ext uri="{FF2B5EF4-FFF2-40B4-BE49-F238E27FC236}">
                <a16:creationId xmlns:a16="http://schemas.microsoft.com/office/drawing/2014/main" id="{A74EECFB-C19D-1098-988A-B452C7522BEA}"/>
              </a:ext>
            </a:extLst>
          </p:cNvPr>
          <p:cNvSpPr>
            <a:spLocks noGrp="1"/>
          </p:cNvSpPr>
          <p:nvPr>
            <p:ph type="ftr" sz="quarter" idx="11"/>
          </p:nvPr>
        </p:nvSpPr>
        <p:spPr/>
        <p:txBody>
          <a:bodyPr/>
          <a:lstStyle/>
          <a:p>
            <a:r>
              <a:rPr lang="fi-FI"/>
              <a:t>Enrico Glerean (2026) CC-BY</a:t>
            </a:r>
          </a:p>
        </p:txBody>
      </p:sp>
    </p:spTree>
    <p:extLst>
      <p:ext uri="{BB962C8B-B14F-4D97-AF65-F5344CB8AC3E}">
        <p14:creationId xmlns:p14="http://schemas.microsoft.com/office/powerpoint/2010/main" val="5710471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88F61-6E7B-3484-C833-9DD937A972DE}"/>
              </a:ext>
            </a:extLst>
          </p:cNvPr>
          <p:cNvSpPr>
            <a:spLocks noGrp="1"/>
          </p:cNvSpPr>
          <p:nvPr>
            <p:ph type="title"/>
          </p:nvPr>
        </p:nvSpPr>
        <p:spPr/>
        <p:txBody>
          <a:bodyPr/>
          <a:lstStyle/>
          <a:p>
            <a:r>
              <a:rPr lang="en-FI"/>
              <a:t>Ethics is not Law</a:t>
            </a:r>
          </a:p>
        </p:txBody>
      </p:sp>
      <p:sp>
        <p:nvSpPr>
          <p:cNvPr id="6" name="Google Shape;203;p35">
            <a:extLst>
              <a:ext uri="{FF2B5EF4-FFF2-40B4-BE49-F238E27FC236}">
                <a16:creationId xmlns:a16="http://schemas.microsoft.com/office/drawing/2014/main" id="{12D1B506-1DA0-3DD8-8F96-D1895FC3C525}"/>
              </a:ext>
            </a:extLst>
          </p:cNvPr>
          <p:cNvSpPr/>
          <p:nvPr/>
        </p:nvSpPr>
        <p:spPr>
          <a:xfrm>
            <a:off x="4465028" y="1669684"/>
            <a:ext cx="3415500" cy="3415500"/>
          </a:xfrm>
          <a:prstGeom prst="ellipse">
            <a:avLst/>
          </a:prstGeom>
          <a:solidFill>
            <a:srgbClr val="004488">
              <a:alpha val="4500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 name="Google Shape;206;p35">
            <a:extLst>
              <a:ext uri="{FF2B5EF4-FFF2-40B4-BE49-F238E27FC236}">
                <a16:creationId xmlns:a16="http://schemas.microsoft.com/office/drawing/2014/main" id="{961A5BAD-103D-8D93-5A2A-3DCF952E50E4}"/>
              </a:ext>
            </a:extLst>
          </p:cNvPr>
          <p:cNvSpPr/>
          <p:nvPr/>
        </p:nvSpPr>
        <p:spPr>
          <a:xfrm>
            <a:off x="3601503" y="1669684"/>
            <a:ext cx="3415500" cy="3415500"/>
          </a:xfrm>
          <a:prstGeom prst="ellipse">
            <a:avLst/>
          </a:prstGeom>
          <a:solidFill>
            <a:srgbClr val="BB5566">
              <a:alpha val="44706"/>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8" name="Google Shape;207;p35">
            <a:extLst>
              <a:ext uri="{FF2B5EF4-FFF2-40B4-BE49-F238E27FC236}">
                <a16:creationId xmlns:a16="http://schemas.microsoft.com/office/drawing/2014/main" id="{2CF5C358-2C69-9571-2522-248531DA460B}"/>
              </a:ext>
            </a:extLst>
          </p:cNvPr>
          <p:cNvSpPr txBox="1"/>
          <p:nvPr/>
        </p:nvSpPr>
        <p:spPr>
          <a:xfrm>
            <a:off x="1847528" y="2899009"/>
            <a:ext cx="2269200" cy="7329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800" b="1" i="0" u="none" strike="noStrike" kern="1200" cap="none" spc="0" normalizeH="0" baseline="0" noProof="0" dirty="0">
                <a:ln>
                  <a:noFill/>
                </a:ln>
                <a:solidFill>
                  <a:srgbClr val="BB5566"/>
                </a:solidFill>
                <a:effectLst/>
                <a:uLnTx/>
                <a:uFillTx/>
                <a:latin typeface="Arial" panose="020B0604020202020204"/>
                <a:ea typeface="+mn-ea"/>
                <a:cs typeface="+mn-cs"/>
              </a:rPr>
              <a:t>Ethics</a:t>
            </a:r>
            <a:endParaRPr kumimoji="0" sz="4800" b="1" i="0" u="none" strike="noStrike" kern="1200" cap="none" spc="0" normalizeH="0" baseline="0" noProof="0" dirty="0">
              <a:ln>
                <a:noFill/>
              </a:ln>
              <a:solidFill>
                <a:srgbClr val="BB5566"/>
              </a:solidFill>
              <a:effectLst/>
              <a:uLnTx/>
              <a:uFillTx/>
              <a:latin typeface="Arial" panose="020B0604020202020204"/>
              <a:ea typeface="+mn-ea"/>
              <a:cs typeface="+mn-cs"/>
            </a:endParaRPr>
          </a:p>
        </p:txBody>
      </p:sp>
      <p:sp>
        <p:nvSpPr>
          <p:cNvPr id="9" name="Google Shape;208;p35">
            <a:extLst>
              <a:ext uri="{FF2B5EF4-FFF2-40B4-BE49-F238E27FC236}">
                <a16:creationId xmlns:a16="http://schemas.microsoft.com/office/drawing/2014/main" id="{C644FE46-CD5B-5DC2-266B-30577B9CE1B8}"/>
              </a:ext>
            </a:extLst>
          </p:cNvPr>
          <p:cNvSpPr txBox="1"/>
          <p:nvPr/>
        </p:nvSpPr>
        <p:spPr>
          <a:xfrm>
            <a:off x="6566503" y="2899009"/>
            <a:ext cx="2269200" cy="732900"/>
          </a:xfrm>
          <a:prstGeom prst="rect">
            <a:avLst/>
          </a:prstGeom>
          <a:noFill/>
          <a:ln>
            <a:noFill/>
          </a:ln>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4800" b="1" i="0" u="none" strike="noStrike" kern="1200" cap="none" spc="0" normalizeH="0" baseline="0" noProof="0" dirty="0">
                <a:ln>
                  <a:noFill/>
                </a:ln>
                <a:solidFill>
                  <a:srgbClr val="004488"/>
                </a:solidFill>
                <a:effectLst/>
                <a:uLnTx/>
                <a:uFillTx/>
                <a:latin typeface="Arial" panose="020B0604020202020204"/>
                <a:ea typeface="+mn-ea"/>
                <a:cs typeface="+mn-cs"/>
              </a:rPr>
              <a:t>Law</a:t>
            </a:r>
            <a:endParaRPr kumimoji="0" sz="4800" b="1" i="0" u="none" strike="noStrike" kern="1200" cap="none" spc="0" normalizeH="0" baseline="0" noProof="0" dirty="0">
              <a:ln>
                <a:noFill/>
              </a:ln>
              <a:solidFill>
                <a:srgbClr val="004488"/>
              </a:solidFill>
              <a:effectLst/>
              <a:uLnTx/>
              <a:uFillTx/>
              <a:latin typeface="Arial" panose="020B0604020202020204"/>
              <a:ea typeface="+mn-ea"/>
              <a:cs typeface="+mn-cs"/>
            </a:endParaRPr>
          </a:p>
        </p:txBody>
      </p:sp>
      <p:sp>
        <p:nvSpPr>
          <p:cNvPr id="10" name="Date Placeholder 9">
            <a:extLst>
              <a:ext uri="{FF2B5EF4-FFF2-40B4-BE49-F238E27FC236}">
                <a16:creationId xmlns:a16="http://schemas.microsoft.com/office/drawing/2014/main" id="{2FEEA09E-C18E-3E43-BE49-5135C10BF25B}"/>
              </a:ext>
            </a:extLst>
          </p:cNvPr>
          <p:cNvSpPr>
            <a:spLocks noGrp="1"/>
          </p:cNvSpPr>
          <p:nvPr>
            <p:ph type="dt" sz="half" idx="10"/>
          </p:nvPr>
        </p:nvSpPr>
        <p:spPr/>
        <p:txBody>
          <a:bodyPr/>
          <a:lstStyle/>
          <a:p>
            <a:r>
              <a:rPr lang="fi-FI"/>
              <a:t>06.05.2026</a:t>
            </a:r>
          </a:p>
        </p:txBody>
      </p:sp>
      <p:sp>
        <p:nvSpPr>
          <p:cNvPr id="11" name="Footer Placeholder 10">
            <a:extLst>
              <a:ext uri="{FF2B5EF4-FFF2-40B4-BE49-F238E27FC236}">
                <a16:creationId xmlns:a16="http://schemas.microsoft.com/office/drawing/2014/main" id="{33364D22-1877-7E85-7E59-402E4888F2B0}"/>
              </a:ext>
            </a:extLst>
          </p:cNvPr>
          <p:cNvSpPr>
            <a:spLocks noGrp="1"/>
          </p:cNvSpPr>
          <p:nvPr>
            <p:ph type="ftr" sz="quarter" idx="11"/>
          </p:nvPr>
        </p:nvSpPr>
        <p:spPr/>
        <p:txBody>
          <a:bodyPr/>
          <a:lstStyle/>
          <a:p>
            <a:r>
              <a:rPr lang="pt-BR"/>
              <a:t>Enrico Glerean (2026) CC-BY</a:t>
            </a:r>
            <a:endParaRPr lang="fi-FI"/>
          </a:p>
        </p:txBody>
      </p:sp>
      <p:sp>
        <p:nvSpPr>
          <p:cNvPr id="12" name="Slide Number Placeholder 11">
            <a:extLst>
              <a:ext uri="{FF2B5EF4-FFF2-40B4-BE49-F238E27FC236}">
                <a16:creationId xmlns:a16="http://schemas.microsoft.com/office/drawing/2014/main" id="{5E9BFF97-C684-DE53-5A39-BD59AF488116}"/>
              </a:ext>
            </a:extLst>
          </p:cNvPr>
          <p:cNvSpPr>
            <a:spLocks noGrp="1"/>
          </p:cNvSpPr>
          <p:nvPr>
            <p:ph type="sldNum" sz="quarter" idx="12"/>
          </p:nvPr>
        </p:nvSpPr>
        <p:spPr/>
        <p:txBody>
          <a:bodyPr/>
          <a:lstStyle/>
          <a:p>
            <a:fld id="{D701140D-C14F-41CA-99FC-0EF83E8DA40A}" type="slidenum">
              <a:rPr lang="fi-FI" smtClean="0"/>
              <a:t>3</a:t>
            </a:fld>
            <a:endParaRPr lang="fi-FI"/>
          </a:p>
        </p:txBody>
      </p:sp>
    </p:spTree>
    <p:extLst>
      <p:ext uri="{BB962C8B-B14F-4D97-AF65-F5344CB8AC3E}">
        <p14:creationId xmlns:p14="http://schemas.microsoft.com/office/powerpoint/2010/main" val="2496483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226B6-0617-9292-2125-8070780F364D}"/>
            </a:ext>
          </a:extLst>
        </p:cNvPr>
        <p:cNvGrpSpPr/>
        <p:nvPr/>
      </p:nvGrpSpPr>
      <p:grpSpPr>
        <a:xfrm>
          <a:off x="0" y="0"/>
          <a:ext cx="0" cy="0"/>
          <a:chOff x="0" y="0"/>
          <a:chExt cx="0" cy="0"/>
        </a:xfrm>
      </p:grpSpPr>
      <p:sp>
        <p:nvSpPr>
          <p:cNvPr id="10" name="Google Shape;207;p35">
            <a:extLst>
              <a:ext uri="{FF2B5EF4-FFF2-40B4-BE49-F238E27FC236}">
                <a16:creationId xmlns:a16="http://schemas.microsoft.com/office/drawing/2014/main" id="{1D811073-B0ED-FC85-4628-66F47B8B3562}"/>
              </a:ext>
            </a:extLst>
          </p:cNvPr>
          <p:cNvSpPr txBox="1"/>
          <p:nvPr/>
        </p:nvSpPr>
        <p:spPr>
          <a:xfrm>
            <a:off x="4087012" y="697885"/>
            <a:ext cx="2948396" cy="7329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800" b="1" i="0" u="none" strike="noStrike" kern="1200" cap="none" spc="0" normalizeH="0" baseline="0" noProof="0" dirty="0">
                <a:ln>
                  <a:noFill/>
                </a:ln>
                <a:solidFill>
                  <a:srgbClr val="DDAA33"/>
                </a:solidFill>
                <a:effectLst/>
                <a:uLnTx/>
                <a:uFillTx/>
                <a:latin typeface="Arial" panose="020B0604020202020204"/>
                <a:ea typeface="+mn-ea"/>
                <a:cs typeface="+mn-cs"/>
              </a:rPr>
              <a:t>Research</a:t>
            </a:r>
            <a:endParaRPr kumimoji="0" sz="4800" b="1" i="0" u="none" strike="noStrike" kern="1200" cap="none" spc="0" normalizeH="0" baseline="0" noProof="0" dirty="0">
              <a:ln>
                <a:noFill/>
              </a:ln>
              <a:solidFill>
                <a:srgbClr val="DDAA33"/>
              </a:solidFill>
              <a:effectLst/>
              <a:uLnTx/>
              <a:uFillTx/>
              <a:latin typeface="Arial" panose="020B0604020202020204"/>
              <a:ea typeface="+mn-ea"/>
              <a:cs typeface="+mn-cs"/>
            </a:endParaRPr>
          </a:p>
        </p:txBody>
      </p:sp>
      <p:grpSp>
        <p:nvGrpSpPr>
          <p:cNvPr id="2" name="Group 1">
            <a:extLst>
              <a:ext uri="{FF2B5EF4-FFF2-40B4-BE49-F238E27FC236}">
                <a16:creationId xmlns:a16="http://schemas.microsoft.com/office/drawing/2014/main" id="{3CE18D4C-0C5F-4E1B-BDCE-924743A480DB}"/>
              </a:ext>
            </a:extLst>
          </p:cNvPr>
          <p:cNvGrpSpPr/>
          <p:nvPr/>
        </p:nvGrpSpPr>
        <p:grpSpPr>
          <a:xfrm>
            <a:off x="3601503" y="1525668"/>
            <a:ext cx="4279025" cy="4241688"/>
            <a:chOff x="3601503" y="1525668"/>
            <a:chExt cx="4279025" cy="4241688"/>
          </a:xfrm>
        </p:grpSpPr>
        <p:sp>
          <p:nvSpPr>
            <p:cNvPr id="5" name="Google Shape;203;p35">
              <a:extLst>
                <a:ext uri="{FF2B5EF4-FFF2-40B4-BE49-F238E27FC236}">
                  <a16:creationId xmlns:a16="http://schemas.microsoft.com/office/drawing/2014/main" id="{2A02BE5A-5957-E868-40F1-5D9C227896EF}"/>
                </a:ext>
              </a:extLst>
            </p:cNvPr>
            <p:cNvSpPr/>
            <p:nvPr/>
          </p:nvSpPr>
          <p:spPr>
            <a:xfrm>
              <a:off x="3976644" y="1525668"/>
              <a:ext cx="3415500" cy="3415500"/>
            </a:xfrm>
            <a:prstGeom prst="ellipse">
              <a:avLst/>
            </a:prstGeom>
            <a:solidFill>
              <a:srgbClr val="DDAA33">
                <a:alpha val="34118"/>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5" name="Google Shape;203;p35">
              <a:extLst>
                <a:ext uri="{FF2B5EF4-FFF2-40B4-BE49-F238E27FC236}">
                  <a16:creationId xmlns:a16="http://schemas.microsoft.com/office/drawing/2014/main" id="{80D22B8C-A567-67FA-C30A-B09270575346}"/>
                </a:ext>
              </a:extLst>
            </p:cNvPr>
            <p:cNvSpPr/>
            <p:nvPr/>
          </p:nvSpPr>
          <p:spPr>
            <a:xfrm>
              <a:off x="4465028" y="2351856"/>
              <a:ext cx="3415500" cy="3415500"/>
            </a:xfrm>
            <a:prstGeom prst="ellipse">
              <a:avLst/>
            </a:prstGeom>
            <a:solidFill>
              <a:srgbClr val="004488">
                <a:alpha val="4500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6" name="Google Shape;206;p35">
              <a:extLst>
                <a:ext uri="{FF2B5EF4-FFF2-40B4-BE49-F238E27FC236}">
                  <a16:creationId xmlns:a16="http://schemas.microsoft.com/office/drawing/2014/main" id="{02E04D06-7909-1173-5A21-ED6401453F5B}"/>
                </a:ext>
              </a:extLst>
            </p:cNvPr>
            <p:cNvSpPr/>
            <p:nvPr/>
          </p:nvSpPr>
          <p:spPr>
            <a:xfrm>
              <a:off x="3601503" y="2351856"/>
              <a:ext cx="3415500" cy="3415500"/>
            </a:xfrm>
            <a:prstGeom prst="ellipse">
              <a:avLst/>
            </a:prstGeom>
            <a:solidFill>
              <a:srgbClr val="BB5566">
                <a:alpha val="44706"/>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17" name="Google Shape;207;p35">
            <a:extLst>
              <a:ext uri="{FF2B5EF4-FFF2-40B4-BE49-F238E27FC236}">
                <a16:creationId xmlns:a16="http://schemas.microsoft.com/office/drawing/2014/main" id="{CBD870D7-AE0B-8AF2-DD83-4A8E2EF4062E}"/>
              </a:ext>
            </a:extLst>
          </p:cNvPr>
          <p:cNvSpPr txBox="1"/>
          <p:nvPr/>
        </p:nvSpPr>
        <p:spPr>
          <a:xfrm>
            <a:off x="1847528" y="3581181"/>
            <a:ext cx="2269200" cy="7329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800" b="1" i="0" u="none" strike="noStrike" kern="1200" cap="none" spc="0" normalizeH="0" baseline="0" noProof="0" dirty="0">
                <a:ln>
                  <a:noFill/>
                </a:ln>
                <a:solidFill>
                  <a:srgbClr val="BB5566"/>
                </a:solidFill>
                <a:effectLst/>
                <a:uLnTx/>
                <a:uFillTx/>
                <a:latin typeface="Arial" panose="020B0604020202020204"/>
                <a:ea typeface="+mn-ea"/>
                <a:cs typeface="+mn-cs"/>
              </a:rPr>
              <a:t>Ethics</a:t>
            </a:r>
            <a:endParaRPr kumimoji="0" sz="4800" b="1" i="0" u="none" strike="noStrike" kern="1200" cap="none" spc="0" normalizeH="0" baseline="0" noProof="0" dirty="0">
              <a:ln>
                <a:noFill/>
              </a:ln>
              <a:solidFill>
                <a:srgbClr val="BB5566"/>
              </a:solidFill>
              <a:effectLst/>
              <a:uLnTx/>
              <a:uFillTx/>
              <a:latin typeface="Arial" panose="020B0604020202020204"/>
              <a:ea typeface="+mn-ea"/>
              <a:cs typeface="+mn-cs"/>
            </a:endParaRPr>
          </a:p>
        </p:txBody>
      </p:sp>
      <p:sp>
        <p:nvSpPr>
          <p:cNvPr id="18" name="Google Shape;208;p35">
            <a:extLst>
              <a:ext uri="{FF2B5EF4-FFF2-40B4-BE49-F238E27FC236}">
                <a16:creationId xmlns:a16="http://schemas.microsoft.com/office/drawing/2014/main" id="{0E58C54E-50DC-F498-BAED-BFFEDA3912C4}"/>
              </a:ext>
            </a:extLst>
          </p:cNvPr>
          <p:cNvSpPr txBox="1"/>
          <p:nvPr/>
        </p:nvSpPr>
        <p:spPr>
          <a:xfrm>
            <a:off x="6566503" y="3581181"/>
            <a:ext cx="2269200" cy="732900"/>
          </a:xfrm>
          <a:prstGeom prst="rect">
            <a:avLst/>
          </a:prstGeom>
          <a:noFill/>
          <a:ln>
            <a:noFill/>
          </a:ln>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4800" b="1" i="0" u="none" strike="noStrike" kern="1200" cap="none" spc="0" normalizeH="0" baseline="0" noProof="0" dirty="0">
                <a:ln>
                  <a:noFill/>
                </a:ln>
                <a:solidFill>
                  <a:srgbClr val="004488"/>
                </a:solidFill>
                <a:effectLst/>
                <a:uLnTx/>
                <a:uFillTx/>
                <a:latin typeface="Arial" panose="020B0604020202020204"/>
                <a:ea typeface="+mn-ea"/>
                <a:cs typeface="+mn-cs"/>
              </a:rPr>
              <a:t>Law</a:t>
            </a:r>
            <a:endParaRPr kumimoji="0" sz="4800" b="1" i="0" u="none" strike="noStrike" kern="1200" cap="none" spc="0" normalizeH="0" baseline="0" noProof="0" dirty="0">
              <a:ln>
                <a:noFill/>
              </a:ln>
              <a:solidFill>
                <a:srgbClr val="004488"/>
              </a:solidFill>
              <a:effectLst/>
              <a:uLnTx/>
              <a:uFillTx/>
              <a:latin typeface="Arial" panose="020B0604020202020204"/>
              <a:ea typeface="+mn-ea"/>
              <a:cs typeface="+mn-cs"/>
            </a:endParaRPr>
          </a:p>
        </p:txBody>
      </p:sp>
      <p:sp>
        <p:nvSpPr>
          <p:cNvPr id="3" name="Date Placeholder 2">
            <a:extLst>
              <a:ext uri="{FF2B5EF4-FFF2-40B4-BE49-F238E27FC236}">
                <a16:creationId xmlns:a16="http://schemas.microsoft.com/office/drawing/2014/main" id="{0F74464D-898C-8AD7-8CB2-45543A9C2E07}"/>
              </a:ext>
            </a:extLst>
          </p:cNvPr>
          <p:cNvSpPr>
            <a:spLocks noGrp="1"/>
          </p:cNvSpPr>
          <p:nvPr>
            <p:ph type="dt" sz="half" idx="10"/>
          </p:nvPr>
        </p:nvSpPr>
        <p:spPr/>
        <p:txBody>
          <a:bodyPr/>
          <a:lstStyle/>
          <a:p>
            <a:r>
              <a:rPr lang="fi-FI"/>
              <a:t>06.05.2026</a:t>
            </a:r>
          </a:p>
        </p:txBody>
      </p:sp>
      <p:sp>
        <p:nvSpPr>
          <p:cNvPr id="4" name="Footer Placeholder 3">
            <a:extLst>
              <a:ext uri="{FF2B5EF4-FFF2-40B4-BE49-F238E27FC236}">
                <a16:creationId xmlns:a16="http://schemas.microsoft.com/office/drawing/2014/main" id="{16CA9227-3B65-3B20-DEE3-6852ACE36B69}"/>
              </a:ext>
            </a:extLst>
          </p:cNvPr>
          <p:cNvSpPr>
            <a:spLocks noGrp="1"/>
          </p:cNvSpPr>
          <p:nvPr>
            <p:ph type="ftr" sz="quarter" idx="11"/>
          </p:nvPr>
        </p:nvSpPr>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6A4F3D4A-4D23-63A6-2520-4EF21903E32F}"/>
              </a:ext>
            </a:extLst>
          </p:cNvPr>
          <p:cNvSpPr>
            <a:spLocks noGrp="1"/>
          </p:cNvSpPr>
          <p:nvPr>
            <p:ph type="sldNum" sz="quarter" idx="12"/>
          </p:nvPr>
        </p:nvSpPr>
        <p:spPr/>
        <p:txBody>
          <a:bodyPr/>
          <a:lstStyle/>
          <a:p>
            <a:fld id="{D701140D-C14F-41CA-99FC-0EF83E8DA40A}" type="slidenum">
              <a:rPr lang="fi-FI" smtClean="0"/>
              <a:t>4</a:t>
            </a:fld>
            <a:endParaRPr lang="fi-FI"/>
          </a:p>
        </p:txBody>
      </p:sp>
    </p:spTree>
    <p:extLst>
      <p:ext uri="{BB962C8B-B14F-4D97-AF65-F5344CB8AC3E}">
        <p14:creationId xmlns:p14="http://schemas.microsoft.com/office/powerpoint/2010/main" val="40349321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E29A3-57BB-D4C7-F068-DD3F36E0050B}"/>
            </a:ext>
          </a:extLst>
        </p:cNvPr>
        <p:cNvGrpSpPr/>
        <p:nvPr/>
      </p:nvGrpSpPr>
      <p:grpSpPr>
        <a:xfrm>
          <a:off x="0" y="0"/>
          <a:ext cx="0" cy="0"/>
          <a:chOff x="0" y="0"/>
          <a:chExt cx="0" cy="0"/>
        </a:xfrm>
      </p:grpSpPr>
      <p:sp>
        <p:nvSpPr>
          <p:cNvPr id="5" name="Google Shape;203;p35">
            <a:extLst>
              <a:ext uri="{FF2B5EF4-FFF2-40B4-BE49-F238E27FC236}">
                <a16:creationId xmlns:a16="http://schemas.microsoft.com/office/drawing/2014/main" id="{A1BCC1C6-0898-B81B-A78E-BE3C1440ACFB}"/>
              </a:ext>
            </a:extLst>
          </p:cNvPr>
          <p:cNvSpPr/>
          <p:nvPr/>
        </p:nvSpPr>
        <p:spPr>
          <a:xfrm>
            <a:off x="3976644" y="1525668"/>
            <a:ext cx="3415500" cy="3415500"/>
          </a:xfrm>
          <a:prstGeom prst="ellipse">
            <a:avLst/>
          </a:prstGeom>
          <a:solidFill>
            <a:srgbClr val="DDAA33">
              <a:alpha val="34118"/>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0" name="Google Shape;207;p35">
            <a:extLst>
              <a:ext uri="{FF2B5EF4-FFF2-40B4-BE49-F238E27FC236}">
                <a16:creationId xmlns:a16="http://schemas.microsoft.com/office/drawing/2014/main" id="{FADE3C14-4F86-9B80-22FB-018429856130}"/>
              </a:ext>
            </a:extLst>
          </p:cNvPr>
          <p:cNvSpPr txBox="1"/>
          <p:nvPr/>
        </p:nvSpPr>
        <p:spPr>
          <a:xfrm>
            <a:off x="4087012" y="-13313"/>
            <a:ext cx="2948396" cy="7329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800" b="1" i="0" u="none" strike="noStrike" kern="1200" cap="none" spc="0" normalizeH="0" baseline="0" noProof="0" dirty="0">
                <a:ln>
                  <a:noFill/>
                </a:ln>
                <a:solidFill>
                  <a:srgbClr val="DDAA33"/>
                </a:solidFill>
                <a:effectLst/>
                <a:uLnTx/>
                <a:uFillTx/>
                <a:latin typeface="Arial" panose="020B0604020202020204"/>
                <a:ea typeface="+mn-ea"/>
                <a:cs typeface="+mn-cs"/>
              </a:rPr>
              <a:t>Research</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4800" b="1" dirty="0">
                <a:solidFill>
                  <a:srgbClr val="DDAA33"/>
                </a:solidFill>
                <a:latin typeface="Arial" panose="020B0604020202020204"/>
              </a:rPr>
              <a:t>integrity</a:t>
            </a:r>
            <a:endParaRPr kumimoji="0" sz="4800" b="1" i="0" u="none" strike="noStrike" kern="1200" cap="none" spc="0" normalizeH="0" baseline="0" noProof="0" dirty="0">
              <a:ln>
                <a:noFill/>
              </a:ln>
              <a:solidFill>
                <a:srgbClr val="DDAA33"/>
              </a:solidFill>
              <a:effectLst/>
              <a:uLnTx/>
              <a:uFillTx/>
              <a:latin typeface="Arial" panose="020B0604020202020204"/>
              <a:ea typeface="+mn-ea"/>
              <a:cs typeface="+mn-cs"/>
            </a:endParaRPr>
          </a:p>
        </p:txBody>
      </p:sp>
      <p:sp>
        <p:nvSpPr>
          <p:cNvPr id="15" name="Google Shape;203;p35">
            <a:extLst>
              <a:ext uri="{FF2B5EF4-FFF2-40B4-BE49-F238E27FC236}">
                <a16:creationId xmlns:a16="http://schemas.microsoft.com/office/drawing/2014/main" id="{9DD61501-AB0A-EBAB-6488-CA50A8C37886}"/>
              </a:ext>
            </a:extLst>
          </p:cNvPr>
          <p:cNvSpPr/>
          <p:nvPr/>
        </p:nvSpPr>
        <p:spPr>
          <a:xfrm>
            <a:off x="4465028" y="2351856"/>
            <a:ext cx="3415500" cy="3415500"/>
          </a:xfrm>
          <a:prstGeom prst="ellipse">
            <a:avLst/>
          </a:prstGeom>
          <a:solidFill>
            <a:srgbClr val="004488">
              <a:alpha val="4500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6" name="Google Shape;206;p35">
            <a:extLst>
              <a:ext uri="{FF2B5EF4-FFF2-40B4-BE49-F238E27FC236}">
                <a16:creationId xmlns:a16="http://schemas.microsoft.com/office/drawing/2014/main" id="{59CC7759-B85A-996F-1853-31AD8F6310A2}"/>
              </a:ext>
            </a:extLst>
          </p:cNvPr>
          <p:cNvSpPr/>
          <p:nvPr/>
        </p:nvSpPr>
        <p:spPr>
          <a:xfrm>
            <a:off x="3601503" y="2351856"/>
            <a:ext cx="3415500" cy="3415500"/>
          </a:xfrm>
          <a:prstGeom prst="ellipse">
            <a:avLst/>
          </a:prstGeom>
          <a:solidFill>
            <a:srgbClr val="BB5566">
              <a:alpha val="44706"/>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7" name="Google Shape;207;p35">
            <a:extLst>
              <a:ext uri="{FF2B5EF4-FFF2-40B4-BE49-F238E27FC236}">
                <a16:creationId xmlns:a16="http://schemas.microsoft.com/office/drawing/2014/main" id="{B3DE2EF2-0A99-EABD-1906-2CCCD669EF00}"/>
              </a:ext>
            </a:extLst>
          </p:cNvPr>
          <p:cNvSpPr txBox="1"/>
          <p:nvPr/>
        </p:nvSpPr>
        <p:spPr>
          <a:xfrm>
            <a:off x="613818" y="3581181"/>
            <a:ext cx="3137228" cy="7329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800" b="1" i="0" u="none" strike="noStrike" kern="1200" cap="none" spc="0" normalizeH="0" baseline="0" noProof="0" dirty="0">
                <a:ln>
                  <a:noFill/>
                </a:ln>
                <a:solidFill>
                  <a:srgbClr val="BB5566"/>
                </a:solidFill>
                <a:effectLst/>
                <a:uLnTx/>
                <a:uFillTx/>
                <a:latin typeface="Arial" panose="020B0604020202020204"/>
                <a:ea typeface="+mn-ea"/>
                <a:cs typeface="+mn-cs"/>
              </a:rPr>
              <a:t>Research Ethics</a:t>
            </a:r>
            <a:endParaRPr kumimoji="0" sz="4800" b="1" i="0" u="none" strike="noStrike" kern="1200" cap="none" spc="0" normalizeH="0" baseline="0" noProof="0" dirty="0">
              <a:ln>
                <a:noFill/>
              </a:ln>
              <a:solidFill>
                <a:srgbClr val="BB5566"/>
              </a:solidFill>
              <a:effectLst/>
              <a:uLnTx/>
              <a:uFillTx/>
              <a:latin typeface="Arial" panose="020B0604020202020204"/>
              <a:ea typeface="+mn-ea"/>
              <a:cs typeface="+mn-cs"/>
            </a:endParaRPr>
          </a:p>
        </p:txBody>
      </p:sp>
      <p:sp>
        <p:nvSpPr>
          <p:cNvPr id="18" name="Google Shape;208;p35">
            <a:extLst>
              <a:ext uri="{FF2B5EF4-FFF2-40B4-BE49-F238E27FC236}">
                <a16:creationId xmlns:a16="http://schemas.microsoft.com/office/drawing/2014/main" id="{B7A902CA-94B8-99F6-DF1B-CDE1437FE9E4}"/>
              </a:ext>
            </a:extLst>
          </p:cNvPr>
          <p:cNvSpPr txBox="1"/>
          <p:nvPr/>
        </p:nvSpPr>
        <p:spPr>
          <a:xfrm>
            <a:off x="6232671" y="3377985"/>
            <a:ext cx="5011679" cy="732900"/>
          </a:xfrm>
          <a:prstGeom prst="rect">
            <a:avLst/>
          </a:prstGeom>
          <a:noFill/>
          <a:ln>
            <a:noFill/>
          </a:ln>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4800" b="1" i="0" u="none" strike="noStrike" kern="1200" cap="none" spc="0" normalizeH="0" baseline="0" noProof="0" dirty="0">
                <a:ln>
                  <a:noFill/>
                </a:ln>
                <a:solidFill>
                  <a:srgbClr val="004488"/>
                </a:solidFill>
                <a:effectLst/>
                <a:uLnTx/>
                <a:uFillTx/>
                <a:latin typeface="Arial" panose="020B0604020202020204"/>
                <a:ea typeface="+mn-ea"/>
                <a:cs typeface="+mn-cs"/>
              </a:rPr>
              <a:t>Research </a:t>
            </a:r>
            <a:br>
              <a:rPr kumimoji="0" lang="en-GB" sz="4800" b="1" i="0" u="none" strike="noStrike" kern="1200" cap="none" spc="0" normalizeH="0" baseline="0" noProof="0" dirty="0">
                <a:ln>
                  <a:noFill/>
                </a:ln>
                <a:solidFill>
                  <a:srgbClr val="004488"/>
                </a:solidFill>
                <a:effectLst/>
                <a:uLnTx/>
                <a:uFillTx/>
                <a:latin typeface="Arial" panose="020B0604020202020204"/>
                <a:ea typeface="+mn-ea"/>
                <a:cs typeface="+mn-cs"/>
              </a:rPr>
            </a:br>
            <a:r>
              <a:rPr kumimoji="0" lang="en-GB" sz="4800" b="1" i="0" u="none" strike="noStrike" kern="1200" cap="none" spc="0" normalizeH="0" baseline="0" noProof="0" dirty="0">
                <a:ln>
                  <a:noFill/>
                </a:ln>
                <a:solidFill>
                  <a:srgbClr val="004488"/>
                </a:solidFill>
                <a:effectLst/>
                <a:uLnTx/>
                <a:uFillTx/>
                <a:latin typeface="Arial" panose="020B0604020202020204"/>
                <a:ea typeface="+mn-ea"/>
                <a:cs typeface="+mn-cs"/>
              </a:rPr>
              <a:t>Compliance</a:t>
            </a:r>
            <a:endParaRPr kumimoji="0" sz="4800" b="1" i="0" u="none" strike="noStrike" kern="1200" cap="none" spc="0" normalizeH="0" baseline="0" noProof="0" dirty="0">
              <a:ln>
                <a:noFill/>
              </a:ln>
              <a:solidFill>
                <a:srgbClr val="004488"/>
              </a:solidFill>
              <a:effectLst/>
              <a:uLnTx/>
              <a:uFillTx/>
              <a:latin typeface="Arial" panose="020B0604020202020204"/>
              <a:ea typeface="+mn-ea"/>
              <a:cs typeface="+mn-cs"/>
            </a:endParaRPr>
          </a:p>
        </p:txBody>
      </p:sp>
      <p:sp>
        <p:nvSpPr>
          <p:cNvPr id="22" name="Date Placeholder 21">
            <a:extLst>
              <a:ext uri="{FF2B5EF4-FFF2-40B4-BE49-F238E27FC236}">
                <a16:creationId xmlns:a16="http://schemas.microsoft.com/office/drawing/2014/main" id="{E7D6EB93-BCAD-8756-70FE-393700985A04}"/>
              </a:ext>
            </a:extLst>
          </p:cNvPr>
          <p:cNvSpPr>
            <a:spLocks noGrp="1"/>
          </p:cNvSpPr>
          <p:nvPr>
            <p:ph type="dt" sz="half" idx="10"/>
          </p:nvPr>
        </p:nvSpPr>
        <p:spPr/>
        <p:txBody>
          <a:bodyPr/>
          <a:lstStyle/>
          <a:p>
            <a:r>
              <a:rPr lang="fi-FI"/>
              <a:t>06.05.2026</a:t>
            </a:r>
          </a:p>
        </p:txBody>
      </p:sp>
      <p:sp>
        <p:nvSpPr>
          <p:cNvPr id="23" name="Footer Placeholder 22">
            <a:extLst>
              <a:ext uri="{FF2B5EF4-FFF2-40B4-BE49-F238E27FC236}">
                <a16:creationId xmlns:a16="http://schemas.microsoft.com/office/drawing/2014/main" id="{8C1C7E44-537A-60ED-CFCC-289BEDF265AB}"/>
              </a:ext>
            </a:extLst>
          </p:cNvPr>
          <p:cNvSpPr>
            <a:spLocks noGrp="1"/>
          </p:cNvSpPr>
          <p:nvPr>
            <p:ph type="ftr" sz="quarter" idx="11"/>
          </p:nvPr>
        </p:nvSpPr>
        <p:spPr/>
        <p:txBody>
          <a:bodyPr/>
          <a:lstStyle/>
          <a:p>
            <a:r>
              <a:rPr lang="pt-BR"/>
              <a:t>Enrico Glerean (2026) CC-BY</a:t>
            </a:r>
            <a:endParaRPr lang="fi-FI"/>
          </a:p>
        </p:txBody>
      </p:sp>
      <p:sp>
        <p:nvSpPr>
          <p:cNvPr id="24" name="Slide Number Placeholder 23">
            <a:extLst>
              <a:ext uri="{FF2B5EF4-FFF2-40B4-BE49-F238E27FC236}">
                <a16:creationId xmlns:a16="http://schemas.microsoft.com/office/drawing/2014/main" id="{9C2726EE-27EA-F32E-F08D-0F1A2060AC2F}"/>
              </a:ext>
            </a:extLst>
          </p:cNvPr>
          <p:cNvSpPr>
            <a:spLocks noGrp="1"/>
          </p:cNvSpPr>
          <p:nvPr>
            <p:ph type="sldNum" sz="quarter" idx="12"/>
          </p:nvPr>
        </p:nvSpPr>
        <p:spPr/>
        <p:txBody>
          <a:bodyPr/>
          <a:lstStyle/>
          <a:p>
            <a:fld id="{D701140D-C14F-41CA-99FC-0EF83E8DA40A}" type="slidenum">
              <a:rPr lang="fi-FI" smtClean="0"/>
              <a:t>5</a:t>
            </a:fld>
            <a:endParaRPr lang="fi-FI"/>
          </a:p>
        </p:txBody>
      </p:sp>
    </p:spTree>
    <p:extLst>
      <p:ext uri="{BB962C8B-B14F-4D97-AF65-F5344CB8AC3E}">
        <p14:creationId xmlns:p14="http://schemas.microsoft.com/office/powerpoint/2010/main" val="3180208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16715-F984-546A-8A31-CC5C28664E68}"/>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E593F3DA-377B-8F3A-779B-ECFDB33155D3}"/>
              </a:ext>
            </a:extLst>
          </p:cNvPr>
          <p:cNvSpPr txBox="1"/>
          <p:nvPr/>
        </p:nvSpPr>
        <p:spPr>
          <a:xfrm>
            <a:off x="7654571" y="4838670"/>
            <a:ext cx="4129441" cy="2046714"/>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panose="020B0604020202020204"/>
                <a:ea typeface="+mn-ea"/>
                <a:cs typeface="+mn-cs"/>
              </a:rPr>
              <a:t>Research compliance</a:t>
            </a:r>
            <a:r>
              <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rPr>
              <a:t> involves the </a:t>
            </a:r>
            <a:r>
              <a:rPr kumimoji="0" lang="en-US" sz="1800" b="1" i="0" u="none" strike="noStrike" kern="1200" cap="none" spc="0" normalizeH="0" baseline="0" noProof="0" dirty="0">
                <a:ln>
                  <a:noFill/>
                </a:ln>
                <a:solidFill>
                  <a:prstClr val="white"/>
                </a:solidFill>
                <a:effectLst/>
                <a:highlight>
                  <a:srgbClr val="004488"/>
                </a:highlight>
                <a:uLnTx/>
                <a:uFillTx/>
                <a:latin typeface="Arial" panose="020B0604020202020204"/>
                <a:ea typeface="+mn-ea"/>
                <a:cs typeface="+mn-cs"/>
              </a:rPr>
              <a:t>adherence</a:t>
            </a:r>
            <a:r>
              <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rPr>
              <a:t> to regulations, directives, and national laws that apply to research and research outputs </a:t>
            </a:r>
            <a:r>
              <a:rPr kumimoji="0" lang="en-US" sz="1100" b="1" i="0" u="none" strike="noStrike" kern="1200" cap="none" spc="0" normalizeH="0" baseline="0" noProof="0" dirty="0">
                <a:ln>
                  <a:noFill/>
                </a:ln>
                <a:solidFill>
                  <a:prstClr val="black"/>
                </a:solidFill>
                <a:effectLst/>
                <a:uLnTx/>
                <a:uFillTx/>
                <a:latin typeface="Arial" panose="020B0604020202020204"/>
                <a:ea typeface="+mn-ea"/>
                <a:cs typeface="+mn-cs"/>
              </a:rPr>
              <a:t>(General Data Protection Regulation, Dual Use and Export Control regulation, Sanctions regulation, Medical Device Regulation, Clinical Trial regulation, Animal Welfare directive, Finnish Act on the Secondary Use of Health and Social Data …</a:t>
            </a:r>
            <a:r>
              <a:rPr kumimoji="0" lang="en-US" sz="1100" b="0" i="0" u="none" strike="noStrike" kern="1200" cap="none" spc="0" normalizeH="0" baseline="0" noProof="0" dirty="0">
                <a:ln>
                  <a:noFill/>
                </a:ln>
                <a:solidFill>
                  <a:prstClr val="black"/>
                </a:solidFill>
                <a:effectLst/>
                <a:uLnTx/>
                <a:uFillTx/>
                <a:latin typeface="Arial" panose="020B0604020202020204"/>
                <a:ea typeface="+mn-ea"/>
                <a:cs typeface="+mn-cs"/>
              </a:rPr>
              <a:t>)</a:t>
            </a:r>
            <a:endParaRPr kumimoji="0" lang="en-FI" sz="11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grpSp>
        <p:nvGrpSpPr>
          <p:cNvPr id="2" name="Group 1">
            <a:extLst>
              <a:ext uri="{FF2B5EF4-FFF2-40B4-BE49-F238E27FC236}">
                <a16:creationId xmlns:a16="http://schemas.microsoft.com/office/drawing/2014/main" id="{2E4E3FCD-93B6-6C64-82FC-14BAABA89688}"/>
              </a:ext>
            </a:extLst>
          </p:cNvPr>
          <p:cNvGrpSpPr/>
          <p:nvPr/>
        </p:nvGrpSpPr>
        <p:grpSpPr>
          <a:xfrm>
            <a:off x="613818" y="-13313"/>
            <a:ext cx="10630532" cy="5780669"/>
            <a:chOff x="613818" y="-13313"/>
            <a:chExt cx="10630532" cy="5780669"/>
          </a:xfrm>
        </p:grpSpPr>
        <p:sp>
          <p:nvSpPr>
            <p:cNvPr id="5" name="Google Shape;203;p35">
              <a:extLst>
                <a:ext uri="{FF2B5EF4-FFF2-40B4-BE49-F238E27FC236}">
                  <a16:creationId xmlns:a16="http://schemas.microsoft.com/office/drawing/2014/main" id="{B7C1D344-82EE-70CE-A16F-A2360A23E766}"/>
                </a:ext>
              </a:extLst>
            </p:cNvPr>
            <p:cNvSpPr/>
            <p:nvPr/>
          </p:nvSpPr>
          <p:spPr>
            <a:xfrm>
              <a:off x="3976644" y="1525668"/>
              <a:ext cx="3415500" cy="3415500"/>
            </a:xfrm>
            <a:prstGeom prst="ellipse">
              <a:avLst/>
            </a:prstGeom>
            <a:solidFill>
              <a:srgbClr val="DDAA33">
                <a:alpha val="34118"/>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0" name="Google Shape;207;p35">
              <a:extLst>
                <a:ext uri="{FF2B5EF4-FFF2-40B4-BE49-F238E27FC236}">
                  <a16:creationId xmlns:a16="http://schemas.microsoft.com/office/drawing/2014/main" id="{9044D6C7-791E-1EE2-6824-648E578D8EE5}"/>
                </a:ext>
              </a:extLst>
            </p:cNvPr>
            <p:cNvSpPr txBox="1"/>
            <p:nvPr/>
          </p:nvSpPr>
          <p:spPr>
            <a:xfrm>
              <a:off x="4087012" y="-13313"/>
              <a:ext cx="2948396" cy="7329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800" b="1" i="0" u="none" strike="noStrike" kern="1200" cap="none" spc="0" normalizeH="0" baseline="0" noProof="0" dirty="0">
                  <a:ln>
                    <a:noFill/>
                  </a:ln>
                  <a:solidFill>
                    <a:srgbClr val="DDAA33"/>
                  </a:solidFill>
                  <a:effectLst/>
                  <a:uLnTx/>
                  <a:uFillTx/>
                  <a:latin typeface="Arial" panose="020B0604020202020204"/>
                  <a:ea typeface="+mn-ea"/>
                  <a:cs typeface="+mn-cs"/>
                </a:rPr>
                <a:t>Research</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4800" b="1" dirty="0">
                  <a:solidFill>
                    <a:srgbClr val="DDAA33"/>
                  </a:solidFill>
                  <a:latin typeface="Arial" panose="020B0604020202020204"/>
                </a:rPr>
                <a:t>integrity</a:t>
              </a:r>
              <a:endParaRPr kumimoji="0" sz="4800" b="1" i="0" u="none" strike="noStrike" kern="1200" cap="none" spc="0" normalizeH="0" baseline="0" noProof="0" dirty="0">
                <a:ln>
                  <a:noFill/>
                </a:ln>
                <a:solidFill>
                  <a:srgbClr val="DDAA33"/>
                </a:solidFill>
                <a:effectLst/>
                <a:uLnTx/>
                <a:uFillTx/>
                <a:latin typeface="Arial" panose="020B0604020202020204"/>
                <a:ea typeface="+mn-ea"/>
                <a:cs typeface="+mn-cs"/>
              </a:endParaRPr>
            </a:p>
          </p:txBody>
        </p:sp>
        <p:sp>
          <p:nvSpPr>
            <p:cNvPr id="15" name="Google Shape;203;p35">
              <a:extLst>
                <a:ext uri="{FF2B5EF4-FFF2-40B4-BE49-F238E27FC236}">
                  <a16:creationId xmlns:a16="http://schemas.microsoft.com/office/drawing/2014/main" id="{4BEF2281-C4CC-61D0-E4D3-A6F138471AB4}"/>
                </a:ext>
              </a:extLst>
            </p:cNvPr>
            <p:cNvSpPr/>
            <p:nvPr/>
          </p:nvSpPr>
          <p:spPr>
            <a:xfrm>
              <a:off x="4465028" y="2351856"/>
              <a:ext cx="3415500" cy="3415500"/>
            </a:xfrm>
            <a:prstGeom prst="ellipse">
              <a:avLst/>
            </a:prstGeom>
            <a:solidFill>
              <a:srgbClr val="004488">
                <a:alpha val="4500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6" name="Google Shape;206;p35">
              <a:extLst>
                <a:ext uri="{FF2B5EF4-FFF2-40B4-BE49-F238E27FC236}">
                  <a16:creationId xmlns:a16="http://schemas.microsoft.com/office/drawing/2014/main" id="{6F7F3603-4FC4-4C19-1386-22BA71215349}"/>
                </a:ext>
              </a:extLst>
            </p:cNvPr>
            <p:cNvSpPr/>
            <p:nvPr/>
          </p:nvSpPr>
          <p:spPr>
            <a:xfrm>
              <a:off x="3601503" y="2351856"/>
              <a:ext cx="3415500" cy="3415500"/>
            </a:xfrm>
            <a:prstGeom prst="ellipse">
              <a:avLst/>
            </a:prstGeom>
            <a:solidFill>
              <a:srgbClr val="BB5566">
                <a:alpha val="44706"/>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7" name="Google Shape;207;p35">
              <a:extLst>
                <a:ext uri="{FF2B5EF4-FFF2-40B4-BE49-F238E27FC236}">
                  <a16:creationId xmlns:a16="http://schemas.microsoft.com/office/drawing/2014/main" id="{F82995D5-D779-5B9A-CF85-FF0CFC917CB5}"/>
                </a:ext>
              </a:extLst>
            </p:cNvPr>
            <p:cNvSpPr txBox="1"/>
            <p:nvPr/>
          </p:nvSpPr>
          <p:spPr>
            <a:xfrm>
              <a:off x="613818" y="3581181"/>
              <a:ext cx="3137228" cy="7329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800" b="1" i="0" u="none" strike="noStrike" kern="1200" cap="none" spc="0" normalizeH="0" baseline="0" noProof="0" dirty="0">
                  <a:ln>
                    <a:noFill/>
                  </a:ln>
                  <a:solidFill>
                    <a:srgbClr val="BB5566"/>
                  </a:solidFill>
                  <a:effectLst/>
                  <a:uLnTx/>
                  <a:uFillTx/>
                  <a:latin typeface="Arial" panose="020B0604020202020204"/>
                  <a:ea typeface="+mn-ea"/>
                  <a:cs typeface="+mn-cs"/>
                </a:rPr>
                <a:t>Research Ethics</a:t>
              </a:r>
              <a:endParaRPr kumimoji="0" sz="4800" b="1" i="0" u="none" strike="noStrike" kern="1200" cap="none" spc="0" normalizeH="0" baseline="0" noProof="0" dirty="0">
                <a:ln>
                  <a:noFill/>
                </a:ln>
                <a:solidFill>
                  <a:srgbClr val="BB5566"/>
                </a:solidFill>
                <a:effectLst/>
                <a:uLnTx/>
                <a:uFillTx/>
                <a:latin typeface="Arial" panose="020B0604020202020204"/>
                <a:ea typeface="+mn-ea"/>
                <a:cs typeface="+mn-cs"/>
              </a:endParaRPr>
            </a:p>
          </p:txBody>
        </p:sp>
        <p:sp>
          <p:nvSpPr>
            <p:cNvPr id="18" name="Google Shape;208;p35">
              <a:extLst>
                <a:ext uri="{FF2B5EF4-FFF2-40B4-BE49-F238E27FC236}">
                  <a16:creationId xmlns:a16="http://schemas.microsoft.com/office/drawing/2014/main" id="{2F16ADC3-EE6D-7440-42C2-4B3003C265DF}"/>
                </a:ext>
              </a:extLst>
            </p:cNvPr>
            <p:cNvSpPr txBox="1"/>
            <p:nvPr/>
          </p:nvSpPr>
          <p:spPr>
            <a:xfrm>
              <a:off x="6232671" y="3377985"/>
              <a:ext cx="5011679" cy="732900"/>
            </a:xfrm>
            <a:prstGeom prst="rect">
              <a:avLst/>
            </a:prstGeom>
            <a:noFill/>
            <a:ln>
              <a:noFill/>
            </a:ln>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4800" b="1" i="0" u="none" strike="noStrike" kern="1200" cap="none" spc="0" normalizeH="0" baseline="0" noProof="0" dirty="0">
                  <a:ln>
                    <a:noFill/>
                  </a:ln>
                  <a:solidFill>
                    <a:srgbClr val="004488"/>
                  </a:solidFill>
                  <a:effectLst/>
                  <a:uLnTx/>
                  <a:uFillTx/>
                  <a:latin typeface="Arial" panose="020B0604020202020204"/>
                  <a:ea typeface="+mn-ea"/>
                  <a:cs typeface="+mn-cs"/>
                </a:rPr>
                <a:t>Research </a:t>
              </a:r>
              <a:br>
                <a:rPr kumimoji="0" lang="en-GB" sz="4800" b="1" i="0" u="none" strike="noStrike" kern="1200" cap="none" spc="0" normalizeH="0" baseline="0" noProof="0" dirty="0">
                  <a:ln>
                    <a:noFill/>
                  </a:ln>
                  <a:solidFill>
                    <a:srgbClr val="004488"/>
                  </a:solidFill>
                  <a:effectLst/>
                  <a:uLnTx/>
                  <a:uFillTx/>
                  <a:latin typeface="Arial" panose="020B0604020202020204"/>
                  <a:ea typeface="+mn-ea"/>
                  <a:cs typeface="+mn-cs"/>
                </a:rPr>
              </a:br>
              <a:r>
                <a:rPr kumimoji="0" lang="en-GB" sz="4800" b="1" i="0" u="none" strike="noStrike" kern="1200" cap="none" spc="0" normalizeH="0" baseline="0" noProof="0" dirty="0">
                  <a:ln>
                    <a:noFill/>
                  </a:ln>
                  <a:solidFill>
                    <a:srgbClr val="004488"/>
                  </a:solidFill>
                  <a:effectLst/>
                  <a:uLnTx/>
                  <a:uFillTx/>
                  <a:latin typeface="Arial" panose="020B0604020202020204"/>
                  <a:ea typeface="+mn-ea"/>
                  <a:cs typeface="+mn-cs"/>
                </a:rPr>
                <a:t>Compliance</a:t>
              </a:r>
              <a:endParaRPr kumimoji="0" sz="4800" b="1" i="0" u="none" strike="noStrike" kern="1200" cap="none" spc="0" normalizeH="0" baseline="0" noProof="0" dirty="0">
                <a:ln>
                  <a:noFill/>
                </a:ln>
                <a:solidFill>
                  <a:srgbClr val="004488"/>
                </a:solidFill>
                <a:effectLst/>
                <a:uLnTx/>
                <a:uFillTx/>
                <a:latin typeface="Arial" panose="020B0604020202020204"/>
                <a:ea typeface="+mn-ea"/>
                <a:cs typeface="+mn-cs"/>
              </a:endParaRPr>
            </a:p>
          </p:txBody>
        </p:sp>
      </p:grpSp>
      <p:sp>
        <p:nvSpPr>
          <p:cNvPr id="19" name="TextBox 18">
            <a:extLst>
              <a:ext uri="{FF2B5EF4-FFF2-40B4-BE49-F238E27FC236}">
                <a16:creationId xmlns:a16="http://schemas.microsoft.com/office/drawing/2014/main" id="{EE35015C-0E9A-4401-0873-902C81B464F1}"/>
              </a:ext>
            </a:extLst>
          </p:cNvPr>
          <p:cNvSpPr txBox="1"/>
          <p:nvPr/>
        </p:nvSpPr>
        <p:spPr>
          <a:xfrm>
            <a:off x="7536160" y="288552"/>
            <a:ext cx="3816424" cy="286232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1">
                <a:ln>
                  <a:noFill/>
                </a:ln>
                <a:solidFill>
                  <a:prstClr val="black"/>
                </a:solidFill>
                <a:effectLst/>
                <a:uLnTx/>
                <a:uFillTx/>
                <a:latin typeface="Arial" panose="020B0604020202020204"/>
                <a:ea typeface="+mn-ea"/>
                <a:cs typeface="+mn-cs"/>
              </a:rPr>
              <a:t>Research integrity</a:t>
            </a:r>
            <a:r>
              <a:rPr kumimoji="0" lang="en-GB" sz="1800" b="0" i="0" u="none" strike="noStrike" kern="1200" cap="none" spc="0" normalizeH="0" baseline="0" noProof="1">
                <a:ln>
                  <a:noFill/>
                </a:ln>
                <a:solidFill>
                  <a:prstClr val="black"/>
                </a:solidFill>
                <a:effectLst/>
                <a:uLnTx/>
                <a:uFillTx/>
                <a:latin typeface="Arial" panose="020B0604020202020204"/>
                <a:ea typeface="+mn-ea"/>
                <a:cs typeface="+mn-cs"/>
              </a:rPr>
              <a:t> primarily concerns the </a:t>
            </a:r>
            <a:r>
              <a:rPr kumimoji="0" lang="en-GB" sz="1800" b="1" i="0" u="none" strike="noStrike" kern="1200" cap="none" spc="0" normalizeH="0" baseline="0" noProof="1">
                <a:ln>
                  <a:noFill/>
                </a:ln>
                <a:solidFill>
                  <a:prstClr val="black"/>
                </a:solidFill>
                <a:effectLst/>
                <a:highlight>
                  <a:srgbClr val="DDAA33"/>
                </a:highlight>
                <a:uLnTx/>
                <a:uFillTx/>
                <a:latin typeface="Arial" panose="020B0604020202020204"/>
                <a:ea typeface="+mn-ea"/>
                <a:cs typeface="+mn-cs"/>
              </a:rPr>
              <a:t>practice</a:t>
            </a:r>
            <a:r>
              <a:rPr kumimoji="0" lang="en-GB" sz="1800" b="0" i="0" u="none" strike="noStrike" kern="1200" cap="none" spc="0" normalizeH="0" baseline="0" noProof="1">
                <a:ln>
                  <a:noFill/>
                </a:ln>
                <a:solidFill>
                  <a:prstClr val="black"/>
                </a:solidFill>
                <a:effectLst/>
                <a:uLnTx/>
                <a:uFillTx/>
                <a:latin typeface="Arial" panose="020B0604020202020204"/>
                <a:ea typeface="+mn-ea"/>
                <a:cs typeface="+mn-cs"/>
              </a:rPr>
              <a:t>, </a:t>
            </a:r>
            <a:r>
              <a:rPr kumimoji="0" lang="en-GB" sz="1800" b="1" i="0" u="none" strike="noStrike" kern="1200" cap="none" spc="0" normalizeH="0" baseline="0" noProof="1">
                <a:ln>
                  <a:noFill/>
                </a:ln>
                <a:solidFill>
                  <a:prstClr val="black"/>
                </a:solidFill>
                <a:effectLst/>
                <a:uLnTx/>
                <a:uFillTx/>
                <a:latin typeface="Arial" panose="020B0604020202020204"/>
                <a:ea typeface="+mn-ea"/>
                <a:cs typeface="+mn-cs"/>
              </a:rPr>
              <a:t>researchers’ actions and behaviours</a:t>
            </a:r>
            <a:r>
              <a:rPr kumimoji="0" lang="en-GB" sz="1800" b="0" i="0" u="none" strike="noStrike" kern="1200" cap="none" spc="0" normalizeH="0" baseline="0" noProof="1">
                <a:ln>
                  <a:noFill/>
                </a:ln>
                <a:solidFill>
                  <a:prstClr val="black"/>
                </a:solidFill>
                <a:effectLst/>
                <a:uLnTx/>
                <a:uFillTx/>
                <a:latin typeface="Arial" panose="020B0604020202020204"/>
                <a:ea typeface="+mn-ea"/>
                <a:cs typeface="+mn-cs"/>
              </a:rPr>
              <a:t> following the rules and regulations governing their disciplines: </a:t>
            </a:r>
            <a:r>
              <a:rPr kumimoji="0" lang="en-GB" sz="1800" b="1" i="0" u="none" strike="noStrike" kern="1200" cap="none" spc="0" normalizeH="0" baseline="0" noProof="1">
                <a:ln>
                  <a:noFill/>
                </a:ln>
                <a:solidFill>
                  <a:prstClr val="black"/>
                </a:solidFill>
                <a:effectLst/>
                <a:uLnTx/>
                <a:uFillTx/>
                <a:latin typeface="Arial" panose="020B0604020202020204"/>
                <a:ea typeface="+mn-ea"/>
                <a:cs typeface="+mn-cs"/>
              </a:rPr>
              <a:t>Reliability, Honesty, Respect, Accountability</a:t>
            </a:r>
            <a:r>
              <a:rPr lang="en-GB" noProof="1">
                <a:solidFill>
                  <a:prstClr val="black"/>
                </a:solidFill>
                <a:latin typeface="Arial" panose="020B0604020202020204"/>
              </a:rPr>
              <a:t> (ALLEA) and avoiding </a:t>
            </a:r>
            <a:r>
              <a:rPr lang="en-GB" b="1" noProof="1">
                <a:solidFill>
                  <a:prstClr val="black"/>
                </a:solidFill>
                <a:latin typeface="Arial" panose="020B0604020202020204"/>
              </a:rPr>
              <a:t>Research misconduct</a:t>
            </a:r>
            <a:r>
              <a:rPr lang="en-GB" noProof="1">
                <a:solidFill>
                  <a:prstClr val="black"/>
                </a:solidFill>
                <a:latin typeface="Arial" panose="020B0604020202020204"/>
              </a:rPr>
              <a:t> (Fabrication, Falsification, Plagiarism)</a:t>
            </a:r>
            <a:endParaRPr kumimoji="0" lang="en-GB" sz="1600" b="0" i="0" u="none" strike="noStrike" kern="1200" cap="none" spc="0" normalizeH="0" baseline="0" noProof="1">
              <a:ln>
                <a:noFill/>
              </a:ln>
              <a:solidFill>
                <a:prstClr val="black"/>
              </a:solidFill>
              <a:effectLst/>
              <a:uLnTx/>
              <a:uFillTx/>
              <a:latin typeface="Arial" panose="020B0604020202020204"/>
              <a:ea typeface="+mn-ea"/>
              <a:cs typeface="+mn-cs"/>
            </a:endParaRPr>
          </a:p>
        </p:txBody>
      </p:sp>
      <p:sp>
        <p:nvSpPr>
          <p:cNvPr id="20" name="TextBox 19">
            <a:extLst>
              <a:ext uri="{FF2B5EF4-FFF2-40B4-BE49-F238E27FC236}">
                <a16:creationId xmlns:a16="http://schemas.microsoft.com/office/drawing/2014/main" id="{94D563EE-E499-84D7-EE60-B60C2B33C8D9}"/>
              </a:ext>
            </a:extLst>
          </p:cNvPr>
          <p:cNvSpPr txBox="1"/>
          <p:nvPr/>
        </p:nvSpPr>
        <p:spPr>
          <a:xfrm>
            <a:off x="623392" y="1482536"/>
            <a:ext cx="3137228" cy="2308324"/>
          </a:xfrm>
          <a:prstGeom prst="rect">
            <a:avLst/>
          </a:prstGeom>
          <a:noFill/>
        </p:spPr>
        <p:txBody>
          <a:bodyPr wrap="square" rtlCol="0">
            <a:spAutoFit/>
          </a:bodyPr>
          <a:lstStyle/>
          <a:p>
            <a:pPr>
              <a:defRPr/>
            </a:pPr>
            <a:r>
              <a:rPr kumimoji="0" lang="en-US" sz="1800" b="1" i="0" u="none" strike="noStrike" kern="1200" cap="none" spc="0" normalizeH="0" baseline="0" noProof="0" dirty="0">
                <a:ln>
                  <a:noFill/>
                </a:ln>
                <a:solidFill>
                  <a:prstClr val="black"/>
                </a:solidFill>
                <a:effectLst/>
                <a:uLnTx/>
                <a:uFillTx/>
                <a:latin typeface="Arial" panose="020B0604020202020204"/>
                <a:ea typeface="+mn-ea"/>
                <a:cs typeface="+mn-cs"/>
              </a:rPr>
              <a:t>Research ethics</a:t>
            </a:r>
            <a:r>
              <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rPr>
              <a:t> is a set of </a:t>
            </a:r>
            <a:r>
              <a:rPr kumimoji="0" lang="en-US" sz="1800" b="1" i="0" u="none" strike="noStrike" kern="1200" cap="none" spc="0" normalizeH="0" baseline="0" noProof="0" dirty="0">
                <a:ln>
                  <a:noFill/>
                </a:ln>
                <a:solidFill>
                  <a:schemeClr val="bg1"/>
                </a:solidFill>
                <a:effectLst/>
                <a:highlight>
                  <a:srgbClr val="BB5566"/>
                </a:highlight>
                <a:uLnTx/>
                <a:uFillTx/>
                <a:latin typeface="Arial" panose="020B0604020202020204"/>
                <a:ea typeface="+mn-ea"/>
                <a:cs typeface="+mn-cs"/>
              </a:rPr>
              <a:t>principles</a:t>
            </a:r>
            <a:r>
              <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rPr>
              <a:t> that researchers must follow when conducting research: </a:t>
            </a:r>
            <a:r>
              <a:rPr kumimoji="0" lang="en-US" sz="1800" b="1" i="0" u="none" strike="noStrike" kern="1200" cap="none" spc="0" normalizeH="0" baseline="0" noProof="0" dirty="0">
                <a:ln>
                  <a:noFill/>
                </a:ln>
                <a:solidFill>
                  <a:prstClr val="black"/>
                </a:solidFill>
                <a:effectLst/>
                <a:uLnTx/>
                <a:uFillTx/>
                <a:latin typeface="Arial" panose="020B0604020202020204"/>
                <a:ea typeface="+mn-ea"/>
                <a:cs typeface="+mn-cs"/>
              </a:rPr>
              <a:t>Beneficence, Non-maleficence, Autonomy, Justice, </a:t>
            </a:r>
            <a:r>
              <a:rPr kumimoji="0" lang="en-US" sz="1800" i="1" u="none" strike="noStrike" kern="1200" cap="none" spc="0" normalizeH="0" baseline="0" noProof="0" dirty="0">
                <a:ln>
                  <a:noFill/>
                </a:ln>
                <a:solidFill>
                  <a:prstClr val="black"/>
                </a:solidFill>
                <a:effectLst/>
                <a:uLnTx/>
                <a:uFillTx/>
                <a:latin typeface="Arial" panose="020B0604020202020204"/>
                <a:ea typeface="+mn-ea"/>
                <a:cs typeface="+mn-cs"/>
              </a:rPr>
              <a:t>(</a:t>
            </a:r>
            <a:r>
              <a:rPr lang="en-GB" i="1" dirty="0">
                <a:solidFill>
                  <a:prstClr val="black"/>
                </a:solidFill>
                <a:hlinkClick r:id="rId2"/>
              </a:rPr>
              <a:t>Beauchamp &amp; Childress</a:t>
            </a:r>
            <a:r>
              <a:rPr lang="en-GB" i="1" dirty="0">
                <a:solidFill>
                  <a:prstClr val="black"/>
                </a:solidFill>
              </a:rPr>
              <a:t>, 2019)</a:t>
            </a:r>
            <a:endParaRPr lang="en-GB" dirty="0">
              <a:solidFill>
                <a:prstClr val="black"/>
              </a:solidFill>
            </a:endParaRPr>
          </a:p>
        </p:txBody>
      </p:sp>
      <p:sp>
        <p:nvSpPr>
          <p:cNvPr id="8" name="Slide Number Placeholder 7">
            <a:extLst>
              <a:ext uri="{FF2B5EF4-FFF2-40B4-BE49-F238E27FC236}">
                <a16:creationId xmlns:a16="http://schemas.microsoft.com/office/drawing/2014/main" id="{F91F9DE2-A66E-EA2D-1BFB-1E9AF38237D1}"/>
              </a:ext>
            </a:extLst>
          </p:cNvPr>
          <p:cNvSpPr>
            <a:spLocks noGrp="1"/>
          </p:cNvSpPr>
          <p:nvPr>
            <p:ph type="sldNum" sz="quarter" idx="12"/>
          </p:nvPr>
        </p:nvSpPr>
        <p:spPr/>
        <p:txBody>
          <a:bodyPr/>
          <a:lstStyle/>
          <a:p>
            <a:fld id="{D701140D-C14F-41CA-99FC-0EF83E8DA40A}" type="slidenum">
              <a:rPr lang="fi-FI" smtClean="0"/>
              <a:t>6</a:t>
            </a:fld>
            <a:endParaRPr lang="fi-FI"/>
          </a:p>
        </p:txBody>
      </p:sp>
    </p:spTree>
    <p:extLst>
      <p:ext uri="{BB962C8B-B14F-4D97-AF65-F5344CB8AC3E}">
        <p14:creationId xmlns:p14="http://schemas.microsoft.com/office/powerpoint/2010/main" val="1125100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1FA99-8941-D00D-3EC5-E8CC95CCCEE5}"/>
            </a:ext>
          </a:extLst>
        </p:cNvPr>
        <p:cNvGrpSpPr/>
        <p:nvPr/>
      </p:nvGrpSpPr>
      <p:grpSpPr>
        <a:xfrm>
          <a:off x="0" y="0"/>
          <a:ext cx="0" cy="0"/>
          <a:chOff x="0" y="0"/>
          <a:chExt cx="0" cy="0"/>
        </a:xfrm>
      </p:grpSpPr>
      <p:sp>
        <p:nvSpPr>
          <p:cNvPr id="5" name="Google Shape;203;p35">
            <a:extLst>
              <a:ext uri="{FF2B5EF4-FFF2-40B4-BE49-F238E27FC236}">
                <a16:creationId xmlns:a16="http://schemas.microsoft.com/office/drawing/2014/main" id="{FE47E6DC-D026-3198-5D1C-EC197848B2A9}"/>
              </a:ext>
            </a:extLst>
          </p:cNvPr>
          <p:cNvSpPr/>
          <p:nvPr/>
        </p:nvSpPr>
        <p:spPr>
          <a:xfrm>
            <a:off x="3976644" y="1525668"/>
            <a:ext cx="3415500" cy="3415500"/>
          </a:xfrm>
          <a:prstGeom prst="ellipse">
            <a:avLst/>
          </a:prstGeom>
          <a:solidFill>
            <a:srgbClr val="DDAA33">
              <a:alpha val="34118"/>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0" name="Google Shape;207;p35">
            <a:extLst>
              <a:ext uri="{FF2B5EF4-FFF2-40B4-BE49-F238E27FC236}">
                <a16:creationId xmlns:a16="http://schemas.microsoft.com/office/drawing/2014/main" id="{8B9D75F4-1A96-6C2A-A0CF-AC2A948232B7}"/>
              </a:ext>
            </a:extLst>
          </p:cNvPr>
          <p:cNvSpPr txBox="1"/>
          <p:nvPr/>
        </p:nvSpPr>
        <p:spPr>
          <a:xfrm>
            <a:off x="4087012" y="-13313"/>
            <a:ext cx="2948396" cy="7329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800" b="1" i="0" u="none" strike="noStrike" kern="1200" cap="none" spc="0" normalizeH="0" baseline="0" noProof="0" dirty="0">
                <a:ln>
                  <a:noFill/>
                </a:ln>
                <a:solidFill>
                  <a:srgbClr val="DDAA33"/>
                </a:solidFill>
                <a:effectLst/>
                <a:uLnTx/>
                <a:uFillTx/>
                <a:latin typeface="Arial" panose="020B0604020202020204"/>
                <a:ea typeface="+mn-ea"/>
                <a:cs typeface="+mn-cs"/>
              </a:rPr>
              <a:t>Research</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4800" b="1" dirty="0">
                <a:solidFill>
                  <a:srgbClr val="DDAA33"/>
                </a:solidFill>
                <a:latin typeface="Arial" panose="020B0604020202020204"/>
              </a:rPr>
              <a:t>integrity</a:t>
            </a:r>
            <a:endParaRPr kumimoji="0" sz="4800" b="1" i="0" u="none" strike="noStrike" kern="1200" cap="none" spc="0" normalizeH="0" baseline="0" noProof="0" dirty="0">
              <a:ln>
                <a:noFill/>
              </a:ln>
              <a:solidFill>
                <a:srgbClr val="DDAA33"/>
              </a:solidFill>
              <a:effectLst/>
              <a:uLnTx/>
              <a:uFillTx/>
              <a:latin typeface="Arial" panose="020B0604020202020204"/>
              <a:ea typeface="+mn-ea"/>
              <a:cs typeface="+mn-cs"/>
            </a:endParaRPr>
          </a:p>
        </p:txBody>
      </p:sp>
      <p:sp>
        <p:nvSpPr>
          <p:cNvPr id="15" name="Google Shape;203;p35">
            <a:extLst>
              <a:ext uri="{FF2B5EF4-FFF2-40B4-BE49-F238E27FC236}">
                <a16:creationId xmlns:a16="http://schemas.microsoft.com/office/drawing/2014/main" id="{C94B6F48-143A-F388-55FC-57A115FA1F2E}"/>
              </a:ext>
            </a:extLst>
          </p:cNvPr>
          <p:cNvSpPr/>
          <p:nvPr/>
        </p:nvSpPr>
        <p:spPr>
          <a:xfrm>
            <a:off x="4465028" y="2351856"/>
            <a:ext cx="3415500" cy="3415500"/>
          </a:xfrm>
          <a:prstGeom prst="ellipse">
            <a:avLst/>
          </a:prstGeom>
          <a:solidFill>
            <a:srgbClr val="004488">
              <a:alpha val="4500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6" name="Google Shape;206;p35">
            <a:extLst>
              <a:ext uri="{FF2B5EF4-FFF2-40B4-BE49-F238E27FC236}">
                <a16:creationId xmlns:a16="http://schemas.microsoft.com/office/drawing/2014/main" id="{46F359C1-DA11-A426-72E7-B544D1A75DB7}"/>
              </a:ext>
            </a:extLst>
          </p:cNvPr>
          <p:cNvSpPr/>
          <p:nvPr/>
        </p:nvSpPr>
        <p:spPr>
          <a:xfrm>
            <a:off x="3601503" y="2351856"/>
            <a:ext cx="3415500" cy="3415500"/>
          </a:xfrm>
          <a:prstGeom prst="ellipse">
            <a:avLst/>
          </a:prstGeom>
          <a:solidFill>
            <a:srgbClr val="BB5566">
              <a:alpha val="44706"/>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7" name="Google Shape;207;p35">
            <a:extLst>
              <a:ext uri="{FF2B5EF4-FFF2-40B4-BE49-F238E27FC236}">
                <a16:creationId xmlns:a16="http://schemas.microsoft.com/office/drawing/2014/main" id="{794D1994-5F2B-007A-B9D7-EF2BDADBF6DD}"/>
              </a:ext>
            </a:extLst>
          </p:cNvPr>
          <p:cNvSpPr txBox="1"/>
          <p:nvPr/>
        </p:nvSpPr>
        <p:spPr>
          <a:xfrm>
            <a:off x="613818" y="3581181"/>
            <a:ext cx="3137228" cy="7329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800" b="1" i="0" u="none" strike="noStrike" kern="1200" cap="none" spc="0" normalizeH="0" baseline="0" noProof="0" dirty="0">
                <a:ln>
                  <a:noFill/>
                </a:ln>
                <a:solidFill>
                  <a:srgbClr val="BB5566"/>
                </a:solidFill>
                <a:effectLst/>
                <a:uLnTx/>
                <a:uFillTx/>
                <a:latin typeface="Arial" panose="020B0604020202020204"/>
                <a:ea typeface="+mn-ea"/>
                <a:cs typeface="+mn-cs"/>
              </a:rPr>
              <a:t>Research Ethics</a:t>
            </a:r>
            <a:endParaRPr kumimoji="0" sz="4800" b="1" i="0" u="none" strike="noStrike" kern="1200" cap="none" spc="0" normalizeH="0" baseline="0" noProof="0" dirty="0">
              <a:ln>
                <a:noFill/>
              </a:ln>
              <a:solidFill>
                <a:srgbClr val="BB5566"/>
              </a:solidFill>
              <a:effectLst/>
              <a:uLnTx/>
              <a:uFillTx/>
              <a:latin typeface="Arial" panose="020B0604020202020204"/>
              <a:ea typeface="+mn-ea"/>
              <a:cs typeface="+mn-cs"/>
            </a:endParaRPr>
          </a:p>
        </p:txBody>
      </p:sp>
      <p:sp>
        <p:nvSpPr>
          <p:cNvPr id="18" name="Google Shape;208;p35">
            <a:extLst>
              <a:ext uri="{FF2B5EF4-FFF2-40B4-BE49-F238E27FC236}">
                <a16:creationId xmlns:a16="http://schemas.microsoft.com/office/drawing/2014/main" id="{4A0C50FD-5BBB-E899-EA6E-41D8D55F8907}"/>
              </a:ext>
            </a:extLst>
          </p:cNvPr>
          <p:cNvSpPr txBox="1"/>
          <p:nvPr/>
        </p:nvSpPr>
        <p:spPr>
          <a:xfrm>
            <a:off x="6232671" y="3377985"/>
            <a:ext cx="5011679" cy="732900"/>
          </a:xfrm>
          <a:prstGeom prst="rect">
            <a:avLst/>
          </a:prstGeom>
          <a:noFill/>
          <a:ln>
            <a:noFill/>
          </a:ln>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4800" b="1" i="0" u="none" strike="noStrike" kern="1200" cap="none" spc="0" normalizeH="0" baseline="0" noProof="0" dirty="0">
                <a:ln>
                  <a:noFill/>
                </a:ln>
                <a:solidFill>
                  <a:srgbClr val="004488"/>
                </a:solidFill>
                <a:effectLst/>
                <a:uLnTx/>
                <a:uFillTx/>
                <a:latin typeface="Arial" panose="020B0604020202020204"/>
                <a:ea typeface="+mn-ea"/>
                <a:cs typeface="+mn-cs"/>
              </a:rPr>
              <a:t>Research </a:t>
            </a:r>
            <a:br>
              <a:rPr kumimoji="0" lang="en-GB" sz="4800" b="1" i="0" u="none" strike="noStrike" kern="1200" cap="none" spc="0" normalizeH="0" baseline="0" noProof="0" dirty="0">
                <a:ln>
                  <a:noFill/>
                </a:ln>
                <a:solidFill>
                  <a:srgbClr val="004488"/>
                </a:solidFill>
                <a:effectLst/>
                <a:uLnTx/>
                <a:uFillTx/>
                <a:latin typeface="Arial" panose="020B0604020202020204"/>
                <a:ea typeface="+mn-ea"/>
                <a:cs typeface="+mn-cs"/>
              </a:rPr>
            </a:br>
            <a:r>
              <a:rPr kumimoji="0" lang="en-GB" sz="4800" b="1" i="0" u="none" strike="noStrike" kern="1200" cap="none" spc="0" normalizeH="0" baseline="0" noProof="0" dirty="0">
                <a:ln>
                  <a:noFill/>
                </a:ln>
                <a:solidFill>
                  <a:srgbClr val="004488"/>
                </a:solidFill>
                <a:effectLst/>
                <a:uLnTx/>
                <a:uFillTx/>
                <a:latin typeface="Arial" panose="020B0604020202020204"/>
                <a:ea typeface="+mn-ea"/>
                <a:cs typeface="+mn-cs"/>
              </a:rPr>
              <a:t>Compliance</a:t>
            </a:r>
            <a:endParaRPr kumimoji="0" sz="4800" b="1" i="0" u="none" strike="noStrike" kern="1200" cap="none" spc="0" normalizeH="0" baseline="0" noProof="0" dirty="0">
              <a:ln>
                <a:noFill/>
              </a:ln>
              <a:solidFill>
                <a:srgbClr val="004488"/>
              </a:solidFill>
              <a:effectLst/>
              <a:uLnTx/>
              <a:uFillTx/>
              <a:latin typeface="Arial" panose="020B0604020202020204"/>
              <a:ea typeface="+mn-ea"/>
              <a:cs typeface="+mn-cs"/>
            </a:endParaRPr>
          </a:p>
        </p:txBody>
      </p:sp>
      <p:sp>
        <p:nvSpPr>
          <p:cNvPr id="2" name="Google Shape;207;p35">
            <a:extLst>
              <a:ext uri="{FF2B5EF4-FFF2-40B4-BE49-F238E27FC236}">
                <a16:creationId xmlns:a16="http://schemas.microsoft.com/office/drawing/2014/main" id="{99200C69-BAF0-A2B9-C9E2-7C5372EC353A}"/>
              </a:ext>
            </a:extLst>
          </p:cNvPr>
          <p:cNvSpPr txBox="1"/>
          <p:nvPr/>
        </p:nvSpPr>
        <p:spPr>
          <a:xfrm>
            <a:off x="4881100" y="2363783"/>
            <a:ext cx="2948396" cy="7329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schemeClr val="bg1"/>
                </a:solidFill>
                <a:effectLst/>
                <a:uLnTx/>
                <a:uFillTx/>
                <a:latin typeface="Arial" panose="020B0604020202020204"/>
                <a:ea typeface="+mn-ea"/>
                <a:cs typeface="+mn-cs"/>
              </a:rPr>
              <a:t>Truth</a:t>
            </a:r>
          </a:p>
        </p:txBody>
      </p:sp>
      <p:sp>
        <p:nvSpPr>
          <p:cNvPr id="3" name="Google Shape;207;p35">
            <a:extLst>
              <a:ext uri="{FF2B5EF4-FFF2-40B4-BE49-F238E27FC236}">
                <a16:creationId xmlns:a16="http://schemas.microsoft.com/office/drawing/2014/main" id="{BF38F125-4F5A-C08A-3055-1E851B52F63A}"/>
              </a:ext>
            </a:extLst>
          </p:cNvPr>
          <p:cNvSpPr txBox="1"/>
          <p:nvPr/>
        </p:nvSpPr>
        <p:spPr>
          <a:xfrm>
            <a:off x="4070009" y="2957200"/>
            <a:ext cx="2948396" cy="7329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schemeClr val="bg1"/>
                </a:solidFill>
                <a:effectLst/>
                <a:uLnTx/>
                <a:uFillTx/>
                <a:latin typeface="Arial" panose="020B0604020202020204"/>
                <a:ea typeface="+mn-ea"/>
                <a:cs typeface="+mn-cs"/>
              </a:rPr>
              <a:t>Trust</a:t>
            </a:r>
          </a:p>
        </p:txBody>
      </p:sp>
      <p:sp>
        <p:nvSpPr>
          <p:cNvPr id="4" name="Google Shape;207;p35">
            <a:extLst>
              <a:ext uri="{FF2B5EF4-FFF2-40B4-BE49-F238E27FC236}">
                <a16:creationId xmlns:a16="http://schemas.microsoft.com/office/drawing/2014/main" id="{9D77EC3B-CB13-D6A4-1634-FB263DA25C36}"/>
              </a:ext>
            </a:extLst>
          </p:cNvPr>
          <p:cNvSpPr txBox="1"/>
          <p:nvPr/>
        </p:nvSpPr>
        <p:spPr>
          <a:xfrm>
            <a:off x="4210196" y="3769726"/>
            <a:ext cx="2948396" cy="7329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schemeClr val="bg1"/>
                </a:solidFill>
                <a:effectLst/>
                <a:uLnTx/>
                <a:uFillTx/>
                <a:latin typeface="Arial" panose="020B0604020202020204"/>
                <a:ea typeface="+mn-ea"/>
                <a:cs typeface="+mn-cs"/>
              </a:rPr>
              <a:t>Competence</a:t>
            </a:r>
          </a:p>
        </p:txBody>
      </p:sp>
      <p:sp>
        <p:nvSpPr>
          <p:cNvPr id="6" name="Google Shape;207;p35">
            <a:extLst>
              <a:ext uri="{FF2B5EF4-FFF2-40B4-BE49-F238E27FC236}">
                <a16:creationId xmlns:a16="http://schemas.microsoft.com/office/drawing/2014/main" id="{1D166F20-3C43-6F79-5A5C-E8780D15D790}"/>
              </a:ext>
            </a:extLst>
          </p:cNvPr>
          <p:cNvSpPr txBox="1"/>
          <p:nvPr/>
        </p:nvSpPr>
        <p:spPr>
          <a:xfrm>
            <a:off x="5487523" y="2956918"/>
            <a:ext cx="2948396" cy="7329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1" u="none" strike="noStrike" kern="1200" cap="none" spc="0" normalizeH="0" baseline="0" noProof="0">
                <a:ln>
                  <a:noFill/>
                </a:ln>
                <a:solidFill>
                  <a:schemeClr val="bg1"/>
                </a:solidFill>
                <a:effectLst/>
                <a:uLnTx/>
                <a:uFillTx/>
                <a:latin typeface="Arial" panose="020B0604020202020204"/>
                <a:ea typeface="+mn-ea"/>
                <a:cs typeface="+mn-cs"/>
              </a:rPr>
              <a:t>Compliance</a:t>
            </a:r>
          </a:p>
        </p:txBody>
      </p:sp>
      <p:sp>
        <p:nvSpPr>
          <p:cNvPr id="9" name="Date Placeholder 8">
            <a:extLst>
              <a:ext uri="{FF2B5EF4-FFF2-40B4-BE49-F238E27FC236}">
                <a16:creationId xmlns:a16="http://schemas.microsoft.com/office/drawing/2014/main" id="{3469D24E-3EA7-2737-89B4-6FC8C9E7E8C3}"/>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06.05.2026</a:t>
            </a:r>
          </a:p>
        </p:txBody>
      </p:sp>
      <p:sp>
        <p:nvSpPr>
          <p:cNvPr id="12" name="Slide Number Placeholder 11">
            <a:extLst>
              <a:ext uri="{FF2B5EF4-FFF2-40B4-BE49-F238E27FC236}">
                <a16:creationId xmlns:a16="http://schemas.microsoft.com/office/drawing/2014/main" id="{B57565BD-9244-4BAB-C1CF-FFAB73324B8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24837823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19CDC-061D-E09B-24F3-3C8B88DC6FE8}"/>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5AF7D533-65C1-1BC9-959F-393E8D401ED3}"/>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white"/>
                </a:solidFill>
                <a:effectLst/>
                <a:uLnTx/>
                <a:uFillTx/>
                <a:latin typeface="Arial" panose="020B0604020202020204"/>
                <a:ea typeface="+mn-ea"/>
                <a:cs typeface="+mn-cs"/>
              </a:rPr>
              <a:t>06.05.2026</a:t>
            </a:r>
          </a:p>
        </p:txBody>
      </p:sp>
      <p:sp>
        <p:nvSpPr>
          <p:cNvPr id="3" name="Slide Number Placeholder 2">
            <a:extLst>
              <a:ext uri="{FF2B5EF4-FFF2-40B4-BE49-F238E27FC236}">
                <a16:creationId xmlns:a16="http://schemas.microsoft.com/office/drawing/2014/main" id="{85350FCA-D7DD-FDF9-9613-FA01B2828C9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white"/>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fi-FI" sz="800" b="1"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93DE18D2-DBF1-48D0-A2B2-FA8BE82E5AA7}"/>
              </a:ext>
            </a:extLst>
          </p:cNvPr>
          <p:cNvSpPr>
            <a:spLocks noGrp="1"/>
          </p:cNvSpPr>
          <p:nvPr>
            <p:ph type="ctrTitle"/>
          </p:nvPr>
        </p:nvSpPr>
        <p:spPr>
          <a:xfrm>
            <a:off x="412647" y="2936558"/>
            <a:ext cx="11371365" cy="984885"/>
          </a:xfrm>
        </p:spPr>
        <p:txBody>
          <a:bodyPr/>
          <a:lstStyle/>
          <a:p>
            <a:r>
              <a:rPr lang="en-US" dirty="0"/>
              <a:t>A strong culture of open science and responsible research practices</a:t>
            </a:r>
            <a:endParaRPr lang="en-FI" dirty="0"/>
          </a:p>
        </p:txBody>
      </p:sp>
      <p:sp>
        <p:nvSpPr>
          <p:cNvPr id="7" name="Footer Placeholder 6">
            <a:extLst>
              <a:ext uri="{FF2B5EF4-FFF2-40B4-BE49-F238E27FC236}">
                <a16:creationId xmlns:a16="http://schemas.microsoft.com/office/drawing/2014/main" id="{5950C5A8-A9C1-46E4-1D6C-E2F728CA3454}"/>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white"/>
                </a:solidFill>
                <a:effectLst/>
                <a:uLnTx/>
                <a:uFillTx/>
                <a:latin typeface="Arial" panose="020B0604020202020204"/>
                <a:ea typeface="+mn-ea"/>
                <a:cs typeface="+mn-cs"/>
              </a:rPr>
              <a:t>Enrico Glerean (2026) CC-BY</a:t>
            </a:r>
            <a:endParaRPr kumimoji="0" lang="fi-FI" sz="800" b="0" i="0" u="none" strike="noStrike" kern="1200" cap="none" spc="0" normalizeH="0" baseline="0" noProof="0">
              <a:ln>
                <a:noFill/>
              </a:ln>
              <a:solidFill>
                <a:prstClr val="white"/>
              </a:solidFill>
              <a:effectLst/>
              <a:uLnTx/>
              <a:uFillTx/>
              <a:latin typeface="Arial" panose="020B0604020202020204"/>
              <a:ea typeface="+mn-ea"/>
              <a:cs typeface="+mn-cs"/>
            </a:endParaRPr>
          </a:p>
        </p:txBody>
      </p:sp>
    </p:spTree>
    <p:extLst>
      <p:ext uri="{BB962C8B-B14F-4D97-AF65-F5344CB8AC3E}">
        <p14:creationId xmlns:p14="http://schemas.microsoft.com/office/powerpoint/2010/main" val="8354683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0AC10-CFC8-DF16-2380-EF2D872EED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0B609C-55FD-251C-088A-DACD11DCA8FD}"/>
              </a:ext>
            </a:extLst>
          </p:cNvPr>
          <p:cNvSpPr>
            <a:spLocks noGrp="1"/>
          </p:cNvSpPr>
          <p:nvPr>
            <p:ph type="title"/>
          </p:nvPr>
        </p:nvSpPr>
        <p:spPr/>
        <p:txBody>
          <a:bodyPr/>
          <a:lstStyle/>
          <a:p>
            <a:r>
              <a:rPr lang="en-US" dirty="0"/>
              <a:t>Open science and responsible research practices</a:t>
            </a:r>
            <a:endParaRPr lang="en-FI" dirty="0"/>
          </a:p>
        </p:txBody>
      </p:sp>
      <p:sp>
        <p:nvSpPr>
          <p:cNvPr id="6" name="Text Placeholder 5">
            <a:extLst>
              <a:ext uri="{FF2B5EF4-FFF2-40B4-BE49-F238E27FC236}">
                <a16:creationId xmlns:a16="http://schemas.microsoft.com/office/drawing/2014/main" id="{3C36CDB8-3D37-4EDC-EE25-7E152C8F0CF2}"/>
              </a:ext>
            </a:extLst>
          </p:cNvPr>
          <p:cNvSpPr>
            <a:spLocks noGrp="1"/>
          </p:cNvSpPr>
          <p:nvPr>
            <p:ph type="body" sz="quarter" idx="13"/>
          </p:nvPr>
        </p:nvSpPr>
        <p:spPr>
          <a:xfrm>
            <a:off x="1055688" y="1963755"/>
            <a:ext cx="10872960" cy="3671886"/>
          </a:xfrm>
        </p:spPr>
        <p:txBody>
          <a:bodyPr/>
          <a:lstStyle/>
          <a:p>
            <a:pPr marL="514350" indent="-514350">
              <a:buFont typeface="Arial" panose="020B0604020202020204" pitchFamily="34" charset="0"/>
              <a:buChar char="•"/>
            </a:pPr>
            <a:r>
              <a:rPr lang="en-US" sz="2400" dirty="0"/>
              <a:t>Open science emerged as the ideal implementation of research integrity principles </a:t>
            </a:r>
            <a:r>
              <a:rPr lang="en-GB" sz="2400" b="1" noProof="1">
                <a:solidFill>
                  <a:prstClr val="black"/>
                </a:solidFill>
              </a:rPr>
              <a:t>Reliability, Honesty, Respect, Accountability</a:t>
            </a:r>
            <a:r>
              <a:rPr lang="en-US" sz="2400" dirty="0"/>
              <a:t> with strong foundations in </a:t>
            </a:r>
            <a:r>
              <a:rPr lang="en-US" sz="2400" b="1" dirty="0"/>
              <a:t>Research Ethics, </a:t>
            </a:r>
            <a:r>
              <a:rPr lang="en-US" sz="2400" dirty="0"/>
              <a:t>and adapting to a </a:t>
            </a:r>
            <a:r>
              <a:rPr lang="en-US" sz="2400" b="1" dirty="0"/>
              <a:t>more stringent legal landscape in the EU</a:t>
            </a:r>
          </a:p>
          <a:p>
            <a:pPr marL="514350" indent="-514350">
              <a:buFont typeface="Arial" panose="020B0604020202020204" pitchFamily="34" charset="0"/>
              <a:buChar char="•"/>
            </a:pPr>
            <a:r>
              <a:rPr lang="en-GB" sz="2400" b="1" dirty="0"/>
              <a:t>Budapest Open Access Initiative</a:t>
            </a:r>
            <a:r>
              <a:rPr lang="en-GB" sz="2400" dirty="0"/>
              <a:t> (2002)</a:t>
            </a:r>
          </a:p>
          <a:p>
            <a:pPr marL="514350" indent="-514350">
              <a:buFont typeface="Arial" panose="020B0604020202020204" pitchFamily="34" charset="0"/>
              <a:buChar char="•"/>
            </a:pPr>
            <a:r>
              <a:rPr lang="en-GB" sz="2400" b="1" dirty="0"/>
              <a:t>Creative Commons </a:t>
            </a:r>
            <a:r>
              <a:rPr lang="en-GB" sz="2400" dirty="0"/>
              <a:t>(2002)</a:t>
            </a:r>
          </a:p>
          <a:p>
            <a:pPr marL="514350" indent="-514350">
              <a:buFont typeface="Arial" panose="020B0604020202020204" pitchFamily="34" charset="0"/>
              <a:buChar char="•"/>
            </a:pPr>
            <a:r>
              <a:rPr lang="en-GB" sz="2400" b="1" dirty="0"/>
              <a:t>Transparency and Openness Promotion guidelines </a:t>
            </a:r>
            <a:r>
              <a:rPr lang="en-GB" sz="2400" dirty="0"/>
              <a:t>(2015, 2025)</a:t>
            </a:r>
          </a:p>
          <a:p>
            <a:pPr marL="514350" indent="-514350">
              <a:buFont typeface="Arial" panose="020B0604020202020204" pitchFamily="34" charset="0"/>
              <a:buChar char="•"/>
            </a:pPr>
            <a:r>
              <a:rPr lang="en-GB" sz="2400" b="1" dirty="0"/>
              <a:t>FAIR principles (2016, </a:t>
            </a:r>
            <a:r>
              <a:rPr lang="en-GB" sz="2400" dirty="0"/>
              <a:t>FAIR4RS</a:t>
            </a:r>
            <a:r>
              <a:rPr lang="en-GB" sz="2400" b="1" dirty="0"/>
              <a:t>)</a:t>
            </a:r>
          </a:p>
          <a:p>
            <a:pPr marL="514350" indent="-514350">
              <a:buFont typeface="Arial" panose="020B0604020202020204" pitchFamily="34" charset="0"/>
              <a:buChar char="•"/>
            </a:pPr>
            <a:endParaRPr lang="en-GB" sz="2400" b="1" dirty="0"/>
          </a:p>
          <a:p>
            <a:endParaRPr lang="en-GB" sz="2400" b="1" dirty="0"/>
          </a:p>
        </p:txBody>
      </p:sp>
      <p:sp>
        <p:nvSpPr>
          <p:cNvPr id="3" name="Date Placeholder 2">
            <a:extLst>
              <a:ext uri="{FF2B5EF4-FFF2-40B4-BE49-F238E27FC236}">
                <a16:creationId xmlns:a16="http://schemas.microsoft.com/office/drawing/2014/main" id="{784864D2-B7EA-019C-40AF-14C3AC5BBAB3}"/>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06.05.2026</a:t>
            </a:r>
          </a:p>
        </p:txBody>
      </p:sp>
      <p:sp>
        <p:nvSpPr>
          <p:cNvPr id="4" name="Footer Placeholder 3">
            <a:extLst>
              <a:ext uri="{FF2B5EF4-FFF2-40B4-BE49-F238E27FC236}">
                <a16:creationId xmlns:a16="http://schemas.microsoft.com/office/drawing/2014/main" id="{DF7B6C4D-52CB-E18F-BABC-24C22F261140}"/>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(2026)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8BD16A3A-149E-94AF-A11B-7CBC8B1BB3E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19418679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B1EAD-3F9B-04E8-AACB-7912EF0E94C6}"/>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0141B352-3688-53CC-A730-4D3938D3A199}"/>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white"/>
                </a:solidFill>
                <a:effectLst/>
                <a:uLnTx/>
                <a:uFillTx/>
                <a:latin typeface="Arial" panose="020B0604020202020204"/>
                <a:ea typeface="+mn-ea"/>
                <a:cs typeface="+mn-cs"/>
              </a:rPr>
              <a:t>06.05.2026</a:t>
            </a:r>
          </a:p>
        </p:txBody>
      </p:sp>
      <p:sp>
        <p:nvSpPr>
          <p:cNvPr id="3" name="Slide Number Placeholder 2">
            <a:extLst>
              <a:ext uri="{FF2B5EF4-FFF2-40B4-BE49-F238E27FC236}">
                <a16:creationId xmlns:a16="http://schemas.microsoft.com/office/drawing/2014/main" id="{4721E6D0-309D-AF59-B1EA-59CA17486C3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white"/>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fi-FI" sz="800" b="1"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9BAD0F27-6B76-B756-CE5A-762FE2709916}"/>
              </a:ext>
            </a:extLst>
          </p:cNvPr>
          <p:cNvSpPr>
            <a:spLocks noGrp="1"/>
          </p:cNvSpPr>
          <p:nvPr>
            <p:ph type="ctrTitle"/>
          </p:nvPr>
        </p:nvSpPr>
        <p:spPr>
          <a:xfrm>
            <a:off x="412647" y="1459232"/>
            <a:ext cx="11371365" cy="3939540"/>
          </a:xfrm>
        </p:spPr>
        <p:txBody>
          <a:bodyPr/>
          <a:lstStyle/>
          <a:p>
            <a:r>
              <a:rPr lang="en-US" dirty="0"/>
              <a:t>Open science has created strong opportunities for improving best practices, reducing falsification, fabrication, and plagiarism, and enabling reproducibility, replicability, data reuse, and European research infrastructures.</a:t>
            </a:r>
            <a:r>
              <a:rPr lang="en-FI" dirty="0"/>
              <a:t> </a:t>
            </a:r>
            <a:br>
              <a:rPr lang="en-GB" dirty="0"/>
            </a:br>
            <a:br>
              <a:rPr lang="en-GB" dirty="0"/>
            </a:br>
            <a:r>
              <a:rPr lang="en-US" dirty="0"/>
              <a:t>For years, we have taught researchers to use approved systems, secure/local storage, reproducible workflows, documentation, version control, and reference managers…</a:t>
            </a:r>
            <a:r>
              <a:rPr lang="en-FI" dirty="0"/>
              <a:t> </a:t>
            </a:r>
          </a:p>
        </p:txBody>
      </p:sp>
      <p:sp>
        <p:nvSpPr>
          <p:cNvPr id="7" name="Footer Placeholder 6">
            <a:extLst>
              <a:ext uri="{FF2B5EF4-FFF2-40B4-BE49-F238E27FC236}">
                <a16:creationId xmlns:a16="http://schemas.microsoft.com/office/drawing/2014/main" id="{92C648C6-D1D6-CF1B-4D28-1F6399CA6E2D}"/>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white"/>
                </a:solidFill>
                <a:effectLst/>
                <a:uLnTx/>
                <a:uFillTx/>
                <a:latin typeface="Arial" panose="020B0604020202020204"/>
                <a:ea typeface="+mn-ea"/>
                <a:cs typeface="+mn-cs"/>
              </a:rPr>
              <a:t>Enrico Glerean (2026) CC-BY</a:t>
            </a:r>
            <a:endParaRPr kumimoji="0" lang="fi-FI" sz="800" b="0" i="0" u="none" strike="noStrike" kern="1200" cap="none" spc="0" normalizeH="0" baseline="0" noProof="0">
              <a:ln>
                <a:noFill/>
              </a:ln>
              <a:solidFill>
                <a:prstClr val="white"/>
              </a:solidFill>
              <a:effectLst/>
              <a:uLnTx/>
              <a:uFillTx/>
              <a:latin typeface="Arial" panose="020B0604020202020204"/>
              <a:ea typeface="+mn-ea"/>
              <a:cs typeface="+mn-cs"/>
            </a:endParaRPr>
          </a:p>
        </p:txBody>
      </p:sp>
    </p:spTree>
    <p:extLst>
      <p:ext uri="{BB962C8B-B14F-4D97-AF65-F5344CB8AC3E}">
        <p14:creationId xmlns:p14="http://schemas.microsoft.com/office/powerpoint/2010/main" val="37410130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6445A-52DC-B90E-BC0F-2B7057070BD1}"/>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5F84C001-6731-2154-168E-09DEBD5279D2}"/>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white"/>
                </a:solidFill>
                <a:effectLst/>
                <a:uLnTx/>
                <a:uFillTx/>
                <a:latin typeface="Arial" panose="020B0604020202020204"/>
                <a:ea typeface="+mn-ea"/>
                <a:cs typeface="+mn-cs"/>
              </a:rPr>
              <a:t>06.05.2026</a:t>
            </a:r>
          </a:p>
        </p:txBody>
      </p:sp>
      <p:sp>
        <p:nvSpPr>
          <p:cNvPr id="3" name="Slide Number Placeholder 2">
            <a:extLst>
              <a:ext uri="{FF2B5EF4-FFF2-40B4-BE49-F238E27FC236}">
                <a16:creationId xmlns:a16="http://schemas.microsoft.com/office/drawing/2014/main" id="{BBE7B055-5103-DCE3-8DCE-D82794C7330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white"/>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fi-FI" sz="800" b="1"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963CA108-8286-200B-A52F-92CA28CCA2BC}"/>
              </a:ext>
            </a:extLst>
          </p:cNvPr>
          <p:cNvSpPr>
            <a:spLocks noGrp="1"/>
          </p:cNvSpPr>
          <p:nvPr>
            <p:ph type="ctrTitle"/>
          </p:nvPr>
        </p:nvSpPr>
        <p:spPr>
          <a:xfrm>
            <a:off x="412647" y="3182780"/>
            <a:ext cx="11371365" cy="492443"/>
          </a:xfrm>
        </p:spPr>
        <p:txBody>
          <a:bodyPr/>
          <a:lstStyle/>
          <a:p>
            <a:r>
              <a:rPr lang="en-US" dirty="0"/>
              <a:t>…and then came “AI”</a:t>
            </a:r>
            <a:endParaRPr lang="en-FI" dirty="0"/>
          </a:p>
        </p:txBody>
      </p:sp>
      <p:sp>
        <p:nvSpPr>
          <p:cNvPr id="7" name="Footer Placeholder 6">
            <a:extLst>
              <a:ext uri="{FF2B5EF4-FFF2-40B4-BE49-F238E27FC236}">
                <a16:creationId xmlns:a16="http://schemas.microsoft.com/office/drawing/2014/main" id="{C219EFEF-BBC4-1879-5996-4A5972D93FDC}"/>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white"/>
                </a:solidFill>
                <a:effectLst/>
                <a:uLnTx/>
                <a:uFillTx/>
                <a:latin typeface="Arial" panose="020B0604020202020204"/>
                <a:ea typeface="+mn-ea"/>
                <a:cs typeface="+mn-cs"/>
              </a:rPr>
              <a:t>Enrico Glerean (2026) CC-BY</a:t>
            </a:r>
            <a:endParaRPr kumimoji="0" lang="fi-FI" sz="800" b="0" i="0" u="none" strike="noStrike" kern="1200" cap="none" spc="0" normalizeH="0" baseline="0" noProof="0">
              <a:ln>
                <a:noFill/>
              </a:ln>
              <a:solidFill>
                <a:prstClr val="white"/>
              </a:solidFill>
              <a:effectLst/>
              <a:uLnTx/>
              <a:uFillTx/>
              <a:latin typeface="Arial" panose="020B0604020202020204"/>
              <a:ea typeface="+mn-ea"/>
              <a:cs typeface="+mn-cs"/>
            </a:endParaRPr>
          </a:p>
        </p:txBody>
      </p:sp>
    </p:spTree>
    <p:extLst>
      <p:ext uri="{BB962C8B-B14F-4D97-AF65-F5344CB8AC3E}">
        <p14:creationId xmlns:p14="http://schemas.microsoft.com/office/powerpoint/2010/main" val="34228141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0BC76-712B-47ED-20B9-FFD5ABCE4915}"/>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4B95A0D0-E910-9514-BB77-1646D20255F7}"/>
              </a:ext>
            </a:extLst>
          </p:cNvPr>
          <p:cNvSpPr>
            <a:spLocks noGrp="1"/>
          </p:cNvSpPr>
          <p:nvPr>
            <p:ph type="body" sz="quarter" idx="13"/>
          </p:nvPr>
        </p:nvSpPr>
        <p:spPr>
          <a:xfrm>
            <a:off x="1055688" y="1209597"/>
            <a:ext cx="10080623" cy="1823768"/>
          </a:xfrm>
        </p:spPr>
        <p:txBody>
          <a:bodyPr/>
          <a:lstStyle/>
          <a:p>
            <a:r>
              <a:rPr lang="en-GB" sz="2400" dirty="0"/>
              <a:t>For simplicity we focus on </a:t>
            </a:r>
            <a:r>
              <a:rPr lang="en-GB" sz="2400" b="1" dirty="0"/>
              <a:t>generative AI systems</a:t>
            </a:r>
            <a:r>
              <a:rPr lang="en-GB" sz="2400" dirty="0"/>
              <a:t> that use </a:t>
            </a:r>
            <a:r>
              <a:rPr lang="en-GB" sz="2400" b="1" dirty="0"/>
              <a:t>General Purpose AI models</a:t>
            </a:r>
            <a:r>
              <a:rPr lang="en-GB" sz="2400" dirty="0"/>
              <a:t> such as </a:t>
            </a:r>
            <a:r>
              <a:rPr lang="en-GB" sz="2400" b="1" dirty="0"/>
              <a:t>Large Language Models</a:t>
            </a:r>
            <a:r>
              <a:rPr lang="en-GB" sz="2400" dirty="0"/>
              <a:t> that can be used in your research work. </a:t>
            </a:r>
            <a:br>
              <a:rPr lang="en-GB" sz="2400" dirty="0"/>
            </a:br>
            <a:r>
              <a:rPr lang="en-GB" sz="1600" dirty="0"/>
              <a:t>Other uses of AI are not covered in this presentation (classifiers, recommendation systems, ML approaches to analyse data, etc…)</a:t>
            </a:r>
          </a:p>
          <a:p>
            <a:endParaRPr lang="en-GB" sz="2400" dirty="0"/>
          </a:p>
          <a:p>
            <a:r>
              <a:rPr lang="en-GB" sz="2400" i="1" dirty="0"/>
              <a:t>Text </a:t>
            </a:r>
            <a:r>
              <a:rPr lang="en-FI" dirty="0"/>
              <a:t>→ </a:t>
            </a:r>
            <a:r>
              <a:rPr lang="en-GB" sz="2400" i="1" dirty="0"/>
              <a:t>Text</a:t>
            </a:r>
          </a:p>
          <a:p>
            <a:r>
              <a:rPr lang="en-GB" sz="2400" i="1" dirty="0"/>
              <a:t>Text </a:t>
            </a:r>
            <a:r>
              <a:rPr lang="en-FI" sz="2400" dirty="0"/>
              <a:t>→ </a:t>
            </a:r>
            <a:r>
              <a:rPr lang="en-GB" sz="2400" i="1" dirty="0"/>
              <a:t>Code</a:t>
            </a:r>
          </a:p>
          <a:p>
            <a:r>
              <a:rPr lang="en-GB" sz="2400" i="1" dirty="0"/>
              <a:t>Speech </a:t>
            </a:r>
            <a:r>
              <a:rPr lang="en-FI" sz="2400" dirty="0"/>
              <a:t>→ </a:t>
            </a:r>
            <a:r>
              <a:rPr lang="en-GB" sz="2400" i="1" dirty="0"/>
              <a:t>Text</a:t>
            </a:r>
          </a:p>
          <a:p>
            <a:r>
              <a:rPr lang="en-GB" sz="2400" i="1" dirty="0"/>
              <a:t>Text </a:t>
            </a:r>
            <a:r>
              <a:rPr lang="en-FI" sz="2400" dirty="0"/>
              <a:t>→ </a:t>
            </a:r>
            <a:r>
              <a:rPr lang="en-GB" sz="2400" i="1" dirty="0"/>
              <a:t>Speech</a:t>
            </a:r>
          </a:p>
          <a:p>
            <a:r>
              <a:rPr lang="en-GB" sz="2400" i="1" dirty="0"/>
              <a:t>Text </a:t>
            </a:r>
            <a:r>
              <a:rPr lang="en-FI" sz="2400" dirty="0"/>
              <a:t>→ </a:t>
            </a:r>
            <a:r>
              <a:rPr lang="en-GB" sz="2400" i="1" dirty="0"/>
              <a:t>Image</a:t>
            </a:r>
          </a:p>
          <a:p>
            <a:r>
              <a:rPr lang="en-GB" sz="2400" i="1" dirty="0"/>
              <a:t>Image </a:t>
            </a:r>
            <a:r>
              <a:rPr lang="en-FI" sz="2400" dirty="0"/>
              <a:t>→ </a:t>
            </a:r>
            <a:r>
              <a:rPr lang="en-GB" sz="2400" i="1" dirty="0"/>
              <a:t>Text</a:t>
            </a:r>
          </a:p>
          <a:p>
            <a:r>
              <a:rPr lang="en-GB" sz="2400" i="1" dirty="0"/>
              <a:t>…</a:t>
            </a:r>
          </a:p>
          <a:p>
            <a:endParaRPr lang="en-GB" sz="1600" dirty="0">
              <a:cs typeface="Arial"/>
            </a:endParaRPr>
          </a:p>
        </p:txBody>
      </p:sp>
      <p:sp>
        <p:nvSpPr>
          <p:cNvPr id="2" name="Title 1">
            <a:extLst>
              <a:ext uri="{FF2B5EF4-FFF2-40B4-BE49-F238E27FC236}">
                <a16:creationId xmlns:a16="http://schemas.microsoft.com/office/drawing/2014/main" id="{78FB41A3-39C9-51EB-5306-E417DA4C6CB0}"/>
              </a:ext>
            </a:extLst>
          </p:cNvPr>
          <p:cNvSpPr>
            <a:spLocks noGrp="1"/>
          </p:cNvSpPr>
          <p:nvPr>
            <p:ph type="title"/>
          </p:nvPr>
        </p:nvSpPr>
        <p:spPr/>
        <p:txBody>
          <a:bodyPr/>
          <a:lstStyle>
            <a:defPPr>
              <a:defRPr lang="en-US"/>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a:lstStyle>
          <a:p>
            <a:r>
              <a:rPr lang="en-US" sz="3000" dirty="0"/>
              <a:t>(Generative) AI</a:t>
            </a:r>
            <a:br>
              <a:rPr lang="en-US" sz="3000" dirty="0"/>
            </a:br>
            <a:endParaRPr lang="fi-FI" sz="1600" b="0" i="1" dirty="0"/>
          </a:p>
        </p:txBody>
      </p:sp>
      <p:sp>
        <p:nvSpPr>
          <p:cNvPr id="8" name="TextBox 7">
            <a:extLst>
              <a:ext uri="{FF2B5EF4-FFF2-40B4-BE49-F238E27FC236}">
                <a16:creationId xmlns:a16="http://schemas.microsoft.com/office/drawing/2014/main" id="{4C7E0562-7EC5-B83D-6FC9-D4E3343FBA0C}"/>
              </a:ext>
            </a:extLst>
          </p:cNvPr>
          <p:cNvSpPr txBox="1"/>
          <p:nvPr/>
        </p:nvSpPr>
        <p:spPr>
          <a:xfrm>
            <a:off x="4213184" y="5514563"/>
            <a:ext cx="557899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FI" sz="1400" b="0" i="1" u="none" strike="noStrike" kern="1200" cap="none" spc="0" normalizeH="0" baseline="0" noProof="0">
                <a:ln>
                  <a:noFill/>
                </a:ln>
                <a:solidFill>
                  <a:prstClr val="black"/>
                </a:solidFill>
                <a:effectLst/>
                <a:uLnTx/>
                <a:uFillTx/>
                <a:latin typeface="Arial" panose="020B0604020202020204"/>
                <a:ea typeface="+mn-ea"/>
                <a:cs typeface="+mn-cs"/>
              </a:rPr>
              <a:t>Figure from </a:t>
            </a:r>
            <a:r>
              <a:rPr kumimoji="0" lang="en-FI" sz="1400" b="0" i="1" u="none" strike="noStrike" kern="1200" cap="none" spc="0" normalizeH="0" baseline="0" noProof="0">
                <a:ln>
                  <a:noFill/>
                </a:ln>
                <a:solidFill>
                  <a:prstClr val="black"/>
                </a:solidFill>
                <a:effectLst/>
                <a:uLnTx/>
                <a:uFillTx/>
                <a:latin typeface="Arial" panose="020B0604020202020204"/>
                <a:ea typeface="+mn-ea"/>
                <a:cs typeface="+mn-cs"/>
                <a:hlinkClick r:id="rId3"/>
              </a:rPr>
              <a:t>Glerean (2025) “Fundamentals of secure AI systems with personal data” European Data Protection Board</a:t>
            </a:r>
            <a:endParaRPr kumimoji="0" lang="en-FI" sz="1400" b="0" i="1" u="none" strike="noStrike" kern="1200" cap="none" spc="0" normalizeH="0" baseline="0" noProof="0">
              <a:ln>
                <a:noFill/>
              </a:ln>
              <a:solidFill>
                <a:prstClr val="black"/>
              </a:solidFill>
              <a:effectLst/>
              <a:uLnTx/>
              <a:uFillTx/>
              <a:latin typeface="Arial" panose="020B0604020202020204"/>
              <a:ea typeface="+mn-ea"/>
              <a:cs typeface="+mn-cs"/>
            </a:endParaRPr>
          </a:p>
        </p:txBody>
      </p:sp>
      <p:pic>
        <p:nvPicPr>
          <p:cNvPr id="5" name="Picture 4" descr="A diagram of an AI system">
            <a:extLst>
              <a:ext uri="{FF2B5EF4-FFF2-40B4-BE49-F238E27FC236}">
                <a16:creationId xmlns:a16="http://schemas.microsoft.com/office/drawing/2014/main" id="{15B06A4F-B863-A12C-C6BB-2FB647C97E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13184" y="3304902"/>
            <a:ext cx="5770179" cy="2190046"/>
          </a:xfrm>
          <a:prstGeom prst="rect">
            <a:avLst/>
          </a:prstGeom>
        </p:spPr>
      </p:pic>
      <p:sp>
        <p:nvSpPr>
          <p:cNvPr id="3" name="Date Placeholder 2">
            <a:extLst>
              <a:ext uri="{FF2B5EF4-FFF2-40B4-BE49-F238E27FC236}">
                <a16:creationId xmlns:a16="http://schemas.microsoft.com/office/drawing/2014/main" id="{1731E471-5D05-A2EF-1F2F-C251C4ED10B6}"/>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06.05.2026</a:t>
            </a:r>
          </a:p>
        </p:txBody>
      </p:sp>
      <p:sp>
        <p:nvSpPr>
          <p:cNvPr id="4" name="Footer Placeholder 3">
            <a:extLst>
              <a:ext uri="{FF2B5EF4-FFF2-40B4-BE49-F238E27FC236}">
                <a16:creationId xmlns:a16="http://schemas.microsoft.com/office/drawing/2014/main" id="{9949AD61-B9B2-FDD3-5D3A-DFA2BBFF3B62}"/>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(2026)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 name="Slide Number Placeholder 6">
            <a:extLst>
              <a:ext uri="{FF2B5EF4-FFF2-40B4-BE49-F238E27FC236}">
                <a16:creationId xmlns:a16="http://schemas.microsoft.com/office/drawing/2014/main" id="{2F085E94-7CB3-0642-6A2E-FE5135582A4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6714971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89302-1099-3179-5116-97354D453091}"/>
              </a:ext>
            </a:extLst>
          </p:cNvPr>
          <p:cNvSpPr>
            <a:spLocks noGrp="1"/>
          </p:cNvSpPr>
          <p:nvPr>
            <p:ph type="title"/>
          </p:nvPr>
        </p:nvSpPr>
        <p:spPr/>
        <p:txBody>
          <a:bodyPr/>
          <a:lstStyle/>
          <a:p>
            <a:r>
              <a:rPr lang="en-US"/>
              <a:t>The Research Process aided by AI tools: Examples</a:t>
            </a:r>
            <a:br>
              <a:rPr lang="en-US"/>
            </a:br>
            <a:r>
              <a:rPr lang="en-US" sz="1400"/>
              <a:t>with Responsible Conduct of Research at its core</a:t>
            </a:r>
          </a:p>
        </p:txBody>
      </p:sp>
      <p:pic>
        <p:nvPicPr>
          <p:cNvPr id="7" name="Graphic 4" descr="A circular diagram depicting the life cycle of research data in several connected steps: Plan, Collect, Process, Analyse, Preserve, Share, and Reuse. Each step is represented as a section of the wheel, illustrating the continuous and cyclical nature of the research data life cycle, highlighting how each stage is interconnected and sequential.">
            <a:extLst>
              <a:ext uri="{FF2B5EF4-FFF2-40B4-BE49-F238E27FC236}">
                <a16:creationId xmlns:a16="http://schemas.microsoft.com/office/drawing/2014/main" id="{9BBD2C4D-2D1C-F357-F039-E42413A70A60}"/>
              </a:ext>
              <a:ext uri="{C183D7F6-B498-43B3-948B-1728B52AA6E4}">
                <adec:decorative xmlns:adec="http://schemas.microsoft.com/office/drawing/2017/decorative" val="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40341" y="1439085"/>
            <a:ext cx="4612006" cy="4612000"/>
          </a:xfrm>
          <a:prstGeom prst="rect">
            <a:avLst/>
          </a:prstGeom>
        </p:spPr>
      </p:pic>
      <p:sp>
        <p:nvSpPr>
          <p:cNvPr id="8" name="Text Placeholder 3">
            <a:extLst>
              <a:ext uri="{FF2B5EF4-FFF2-40B4-BE49-F238E27FC236}">
                <a16:creationId xmlns:a16="http://schemas.microsoft.com/office/drawing/2014/main" id="{4FDA8CB0-5E96-5850-F14F-C465FAD6C7FC}"/>
              </a:ext>
              <a:ext uri="{C183D7F6-B498-43B3-948B-1728B52AA6E4}">
                <adec:decorative xmlns:adec="http://schemas.microsoft.com/office/drawing/2017/decorative" val="1"/>
              </a:ext>
            </a:extLst>
          </p:cNvPr>
          <p:cNvSpPr txBox="1">
            <a:spLocks/>
          </p:cNvSpPr>
          <p:nvPr/>
        </p:nvSpPr>
        <p:spPr>
          <a:xfrm>
            <a:off x="5186008" y="3236464"/>
            <a:ext cx="1664629" cy="656605"/>
          </a:xfrm>
          <a:prstGeom prst="rect">
            <a:avLst/>
          </a:prstGeom>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a:ln>
                  <a:noFill/>
                </a:ln>
                <a:solidFill>
                  <a:prstClr val="black"/>
                </a:solidFill>
                <a:effectLst/>
                <a:uLnTx/>
                <a:uFillTx/>
                <a:latin typeface="Arial" panose="020B0604020202020204"/>
                <a:ea typeface="+mn-ea"/>
                <a:cs typeface="+mn-cs"/>
              </a:rPr>
              <a:t>RCR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a:ln>
                  <a:noFill/>
                </a:ln>
                <a:solidFill>
                  <a:prstClr val="black"/>
                </a:solidFill>
                <a:effectLst/>
                <a:uLnTx/>
                <a:uFillTx/>
                <a:latin typeface="Arial" panose="020B0604020202020204"/>
                <a:ea typeface="+mn-ea"/>
                <a:cs typeface="+mn-cs"/>
              </a:rPr>
              <a:t>Ethics &amp; Law</a:t>
            </a:r>
          </a:p>
        </p:txBody>
      </p:sp>
      <p:sp>
        <p:nvSpPr>
          <p:cNvPr id="9" name="TextBox 2">
            <a:extLst>
              <a:ext uri="{FF2B5EF4-FFF2-40B4-BE49-F238E27FC236}">
                <a16:creationId xmlns:a16="http://schemas.microsoft.com/office/drawing/2014/main" id="{B6454DE7-298D-3F7B-CBC4-7DC3B9144758}"/>
              </a:ext>
              <a:ext uri="{C183D7F6-B498-43B3-948B-1728B52AA6E4}">
                <adec:decorative xmlns:adec="http://schemas.microsoft.com/office/drawing/2017/decorative" val="0"/>
              </a:ext>
            </a:extLst>
          </p:cNvPr>
          <p:cNvSpPr txBox="1"/>
          <p:nvPr/>
        </p:nvSpPr>
        <p:spPr>
          <a:xfrm>
            <a:off x="7536160" y="1268760"/>
            <a:ext cx="3816424" cy="954107"/>
          </a:xfrm>
          <a:prstGeom prst="rect">
            <a:avLst/>
          </a:prstGeom>
          <a:noFill/>
          <a:ln>
            <a:solidFill>
              <a:srgbClr val="F67028"/>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rPr>
              <a:t>Grant writing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rPr>
              <a:t>Research planning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rPr>
              <a:t>Study design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rPr>
              <a:t>Browsing and </a:t>
            </a:r>
            <a:r>
              <a:rPr kumimoji="0" lang="en-US" sz="1400" b="0" i="0" u="none" strike="noStrike" kern="1200" cap="none" spc="0" normalizeH="0" baseline="0" noProof="0" dirty="0" err="1">
                <a:ln>
                  <a:noFill/>
                </a:ln>
                <a:solidFill>
                  <a:prstClr val="black"/>
                </a:solidFill>
                <a:effectLst/>
                <a:uLnTx/>
                <a:uFillTx/>
                <a:latin typeface="Arial" panose="020B0604020202020204"/>
                <a:ea typeface="+mn-ea"/>
                <a:cs typeface="+mn-cs"/>
              </a:rPr>
              <a:t>summarising</a:t>
            </a:r>
            <a:r>
              <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rPr>
              <a:t> the literature</a:t>
            </a:r>
          </a:p>
        </p:txBody>
      </p:sp>
      <p:sp>
        <p:nvSpPr>
          <p:cNvPr id="10" name="TextBox 6">
            <a:extLst>
              <a:ext uri="{FF2B5EF4-FFF2-40B4-BE49-F238E27FC236}">
                <a16:creationId xmlns:a16="http://schemas.microsoft.com/office/drawing/2014/main" id="{594C9FB2-E1FE-CF23-438C-B54BD34C1065}"/>
              </a:ext>
              <a:ext uri="{C183D7F6-B498-43B3-948B-1728B52AA6E4}">
                <adec:decorative xmlns:adec="http://schemas.microsoft.com/office/drawing/2017/decorative" val="0"/>
              </a:ext>
            </a:extLst>
          </p:cNvPr>
          <p:cNvSpPr txBox="1"/>
          <p:nvPr/>
        </p:nvSpPr>
        <p:spPr>
          <a:xfrm>
            <a:off x="8315204" y="3373832"/>
            <a:ext cx="3037380" cy="523220"/>
          </a:xfrm>
          <a:prstGeom prst="rect">
            <a:avLst/>
          </a:prstGeom>
          <a:noFill/>
          <a:ln>
            <a:solidFill>
              <a:srgbClr val="FAC54B"/>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rPr>
              <a:t>Interfaces for data collection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rPr>
              <a:t>Code and automation help</a:t>
            </a:r>
          </a:p>
        </p:txBody>
      </p:sp>
      <p:sp>
        <p:nvSpPr>
          <p:cNvPr id="11" name="TextBox 7">
            <a:extLst>
              <a:ext uri="{FF2B5EF4-FFF2-40B4-BE49-F238E27FC236}">
                <a16:creationId xmlns:a16="http://schemas.microsoft.com/office/drawing/2014/main" id="{EB26BE0E-E034-B4E7-8E06-A6728A757613}"/>
              </a:ext>
              <a:ext uri="{C183D7F6-B498-43B3-948B-1728B52AA6E4}">
                <adec:decorative xmlns:adec="http://schemas.microsoft.com/office/drawing/2017/decorative" val="0"/>
              </a:ext>
            </a:extLst>
          </p:cNvPr>
          <p:cNvSpPr txBox="1"/>
          <p:nvPr/>
        </p:nvSpPr>
        <p:spPr>
          <a:xfrm>
            <a:off x="8083908" y="4464808"/>
            <a:ext cx="3268676" cy="1600438"/>
          </a:xfrm>
          <a:prstGeom prst="rect">
            <a:avLst/>
          </a:prstGeom>
          <a:noFill/>
          <a:ln>
            <a:solidFill>
              <a:srgbClr val="8ABA56"/>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Brainstorming on approaches for data preprocessing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Code and automation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Data minimization (pseudo- and anonymization)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Data annotation (e.g. deductive coding)</a:t>
            </a:r>
          </a:p>
        </p:txBody>
      </p:sp>
      <p:sp>
        <p:nvSpPr>
          <p:cNvPr id="12" name="TextBox 8">
            <a:extLst>
              <a:ext uri="{FF2B5EF4-FFF2-40B4-BE49-F238E27FC236}">
                <a16:creationId xmlns:a16="http://schemas.microsoft.com/office/drawing/2014/main" id="{7D1C6FEB-E477-E336-B61E-DD0700F7F99A}"/>
              </a:ext>
              <a:ext uri="{C183D7F6-B498-43B3-948B-1728B52AA6E4}">
                <adec:decorative xmlns:adec="http://schemas.microsoft.com/office/drawing/2017/decorative" val="0"/>
              </a:ext>
            </a:extLst>
          </p:cNvPr>
          <p:cNvSpPr txBox="1"/>
          <p:nvPr/>
        </p:nvSpPr>
        <p:spPr>
          <a:xfrm>
            <a:off x="2063552" y="5832266"/>
            <a:ext cx="3641576" cy="738664"/>
          </a:xfrm>
          <a:prstGeom prst="rect">
            <a:avLst/>
          </a:prstGeom>
          <a:noFill/>
          <a:ln>
            <a:solidFill>
              <a:srgbClr val="32B890"/>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Annotations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Methodological considerations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Data analysis (Code and automation)</a:t>
            </a:r>
            <a:endParaRPr kumimoji="0" lang="en-US" sz="1400" b="0" i="0" u="none" strike="noStrike" kern="1200" cap="none" spc="0" normalizeH="0" baseline="0" noProof="0">
              <a:ln>
                <a:noFill/>
              </a:ln>
              <a:solidFill>
                <a:prstClr val="black"/>
              </a:solidFill>
              <a:effectLst/>
              <a:uLnTx/>
              <a:uFillTx/>
              <a:latin typeface="Arial" panose="020B0604020202020204"/>
              <a:ea typeface="+mn-ea"/>
              <a:cs typeface="Arial"/>
            </a:endParaRPr>
          </a:p>
        </p:txBody>
      </p:sp>
      <p:sp>
        <p:nvSpPr>
          <p:cNvPr id="13" name="TextBox 9">
            <a:extLst>
              <a:ext uri="{FF2B5EF4-FFF2-40B4-BE49-F238E27FC236}">
                <a16:creationId xmlns:a16="http://schemas.microsoft.com/office/drawing/2014/main" id="{EBED939A-B03C-71AE-B19F-46C83B6D8BB6}"/>
              </a:ext>
              <a:ext uri="{C183D7F6-B498-43B3-948B-1728B52AA6E4}">
                <adec:decorative xmlns:adec="http://schemas.microsoft.com/office/drawing/2017/decorative" val="0"/>
              </a:ext>
            </a:extLst>
          </p:cNvPr>
          <p:cNvSpPr txBox="1"/>
          <p:nvPr/>
        </p:nvSpPr>
        <p:spPr>
          <a:xfrm>
            <a:off x="1199456" y="4326072"/>
            <a:ext cx="2908638" cy="738664"/>
          </a:xfrm>
          <a:prstGeom prst="rect">
            <a:avLst/>
          </a:prstGeom>
          <a:noFill/>
          <a:ln>
            <a:solidFill>
              <a:srgbClr val="4176A5"/>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Metadata preparation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Summarising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Organise and store (meta)data</a:t>
            </a:r>
          </a:p>
        </p:txBody>
      </p:sp>
      <p:sp>
        <p:nvSpPr>
          <p:cNvPr id="14" name="TextBox 10">
            <a:extLst>
              <a:ext uri="{FF2B5EF4-FFF2-40B4-BE49-F238E27FC236}">
                <a16:creationId xmlns:a16="http://schemas.microsoft.com/office/drawing/2014/main" id="{CD9F088F-AAA6-3E08-317A-28DBED02ED2A}"/>
              </a:ext>
              <a:ext uri="{C183D7F6-B498-43B3-948B-1728B52AA6E4}">
                <adec:decorative xmlns:adec="http://schemas.microsoft.com/office/drawing/2017/decorative" val="0"/>
              </a:ext>
            </a:extLst>
          </p:cNvPr>
          <p:cNvSpPr txBox="1"/>
          <p:nvPr/>
        </p:nvSpPr>
        <p:spPr>
          <a:xfrm>
            <a:off x="1199456" y="2560136"/>
            <a:ext cx="2880320" cy="1384995"/>
          </a:xfrm>
          <a:prstGeom prst="rect">
            <a:avLst/>
          </a:prstGeom>
          <a:noFill/>
          <a:ln>
            <a:solidFill>
              <a:srgbClr val="9E51AD"/>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rPr>
              <a:t>Writing and editing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rPr>
              <a:t>Improve research outputs (tables, figures)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rPr>
              <a:t>Peer review suggestions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rPr>
              <a:t>Summarizing for public</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rPr>
              <a:t>Media </a:t>
            </a:r>
            <a:r>
              <a:rPr lang="en-US" sz="1400" dirty="0">
                <a:solidFill>
                  <a:prstClr val="black"/>
                </a:solidFill>
                <a:latin typeface="Arial" panose="020B0604020202020204"/>
              </a:rPr>
              <a:t>outreach</a:t>
            </a:r>
            <a:endPar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sp>
        <p:nvSpPr>
          <p:cNvPr id="15" name="TextBox 11">
            <a:extLst>
              <a:ext uri="{FF2B5EF4-FFF2-40B4-BE49-F238E27FC236}">
                <a16:creationId xmlns:a16="http://schemas.microsoft.com/office/drawing/2014/main" id="{80122BD6-1D5E-0A20-DC7C-1114C298F32E}"/>
              </a:ext>
              <a:ext uri="{C183D7F6-B498-43B3-948B-1728B52AA6E4}">
                <adec:decorative xmlns:adec="http://schemas.microsoft.com/office/drawing/2017/decorative" val="0"/>
              </a:ext>
            </a:extLst>
          </p:cNvPr>
          <p:cNvSpPr txBox="1"/>
          <p:nvPr/>
        </p:nvSpPr>
        <p:spPr>
          <a:xfrm>
            <a:off x="1198222" y="1496393"/>
            <a:ext cx="4752527" cy="738664"/>
          </a:xfrm>
          <a:prstGeom prst="rect">
            <a:avLst/>
          </a:prstGeom>
          <a:noFill/>
          <a:ln>
            <a:solidFill>
              <a:srgbClr val="FA484B"/>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Facilitate discovery and FAIR-ness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Explore open datasets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Identify research gaps</a:t>
            </a:r>
          </a:p>
        </p:txBody>
      </p:sp>
      <p:sp>
        <p:nvSpPr>
          <p:cNvPr id="16" name="TextBox 5">
            <a:extLst>
              <a:ext uri="{FF2B5EF4-FFF2-40B4-BE49-F238E27FC236}">
                <a16:creationId xmlns:a16="http://schemas.microsoft.com/office/drawing/2014/main" id="{BC6C16CA-D00B-CD33-7EEA-898E339057CA}"/>
              </a:ext>
              <a:ext uri="{C183D7F6-B498-43B3-948B-1728B52AA6E4}">
                <adec:decorative xmlns:adec="http://schemas.microsoft.com/office/drawing/2017/decorative" val="0"/>
              </a:ext>
            </a:extLst>
          </p:cNvPr>
          <p:cNvSpPr txBox="1"/>
          <p:nvPr/>
        </p:nvSpPr>
        <p:spPr>
          <a:xfrm>
            <a:off x="1724121" y="6582944"/>
            <a:ext cx="799412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lt"/>
                <a:cs typeface="Arial" panose="020B0604020202020204"/>
              </a:rPr>
              <a:t>Original image from https://rdmkit.elixir-europe.org/ “The data lifecycle”</a:t>
            </a:r>
          </a:p>
        </p:txBody>
      </p:sp>
      <p:sp>
        <p:nvSpPr>
          <p:cNvPr id="6" name="Slide Number Placeholder 5">
            <a:extLst>
              <a:ext uri="{FF2B5EF4-FFF2-40B4-BE49-F238E27FC236}">
                <a16:creationId xmlns:a16="http://schemas.microsoft.com/office/drawing/2014/main" id="{1EB806D6-F283-ECB8-4F2A-ECB1865547A8}"/>
              </a:ext>
              <a:ext uri="{C183D7F6-B498-43B3-948B-1728B52AA6E4}">
                <adec:decorative xmlns:adec="http://schemas.microsoft.com/office/drawing/2017/decorative" val="1"/>
              </a:ext>
            </a:extLst>
          </p:cNvPr>
          <p:cNvSpPr>
            <a:spLocks noGrp="1"/>
          </p:cNvSpPr>
          <p:nvPr>
            <p:ph type="sldNum" sz="quarter" idx="12"/>
          </p:nvPr>
        </p:nvSpPr>
        <p:spPr>
          <a:xfrm>
            <a:off x="11352584" y="6309320"/>
            <a:ext cx="431428" cy="143869"/>
          </a:xfrm>
          <a:prstGeom prst="rect">
            <a:avLst/>
          </a:prstGeom>
        </p:spPr>
        <p:txBody>
          <a:bodyPr vert="horz" lIns="0" tIns="0" rIns="0" bIns="0" rtlCol="0" anchor="ctr" anchorCtr="0">
            <a:noAutofit/>
          </a:bodyPr>
          <a:lstStyle>
            <a:defPPr>
              <a:defRPr lang="fi-FI"/>
            </a:defPPr>
            <a:lvl1pPr marL="0" algn="r" defTabSz="914400" rtl="0" eaLnBrk="1" latinLnBrk="0" hangingPunct="1">
              <a:defRPr sz="800" b="1"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 name="Footer Placeholder 3">
            <a:extLst>
              <a:ext uri="{FF2B5EF4-FFF2-40B4-BE49-F238E27FC236}">
                <a16:creationId xmlns:a16="http://schemas.microsoft.com/office/drawing/2014/main" id="{5217EB1F-19E4-035D-4838-1D36963668E8}"/>
              </a:ext>
            </a:extLst>
          </p:cNvPr>
          <p:cNvSpPr>
            <a:spLocks noGrp="1"/>
          </p:cNvSpPr>
          <p:nvPr>
            <p:ph type="ftr" sz="quarter" idx="15"/>
          </p:nvPr>
        </p:nvSpPr>
        <p:spPr>
          <a:xfrm>
            <a:off x="1271464" y="6309320"/>
            <a:ext cx="8928992" cy="143869"/>
          </a:xfrm>
          <a:prstGeom prst="rect">
            <a:avLst/>
          </a:prstGeom>
        </p:spPr>
        <p:txBody>
          <a:bodyPr vert="horz" lIns="0" tIns="0" rIns="0" bIns="0" rtlCol="0" anchor="ctr" anchorCtr="0">
            <a:noAutofit/>
          </a:bodyPr>
          <a:lstStyle>
            <a:defPPr>
              <a:defRPr lang="fi-FI"/>
            </a:defPPr>
            <a:lvl1pPr marL="0" algn="r" defTabSz="914400" rtl="0" eaLnBrk="1" latinLnBrk="0" hangingPunct="1">
              <a:defRPr sz="800"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(2026)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 name="Date Placeholder 2">
            <a:extLst>
              <a:ext uri="{FF2B5EF4-FFF2-40B4-BE49-F238E27FC236}">
                <a16:creationId xmlns:a16="http://schemas.microsoft.com/office/drawing/2014/main" id="{751A0AF4-EA1C-12F1-6039-3CC9E885A594}"/>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06.05.2026</a:t>
            </a:r>
          </a:p>
        </p:txBody>
      </p:sp>
    </p:spTree>
    <p:extLst>
      <p:ext uri="{BB962C8B-B14F-4D97-AF65-F5344CB8AC3E}">
        <p14:creationId xmlns:p14="http://schemas.microsoft.com/office/powerpoint/2010/main" val="24805590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F77C1-7B61-AF2A-326C-303017C5FFDB}"/>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6E0F1034-8674-B062-8243-0A4F738773B7}"/>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white"/>
                </a:solidFill>
                <a:effectLst/>
                <a:uLnTx/>
                <a:uFillTx/>
                <a:latin typeface="Arial" panose="020B0604020202020204"/>
                <a:ea typeface="+mn-ea"/>
                <a:cs typeface="+mn-cs"/>
              </a:rPr>
              <a:t>06.05.2026</a:t>
            </a:r>
          </a:p>
        </p:txBody>
      </p:sp>
      <p:sp>
        <p:nvSpPr>
          <p:cNvPr id="3" name="Slide Number Placeholder 2">
            <a:extLst>
              <a:ext uri="{FF2B5EF4-FFF2-40B4-BE49-F238E27FC236}">
                <a16:creationId xmlns:a16="http://schemas.microsoft.com/office/drawing/2014/main" id="{0BAEC983-63A7-71FD-AD8D-1936449BB91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white"/>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fi-FI" sz="800" b="1"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63A2DBB7-8174-A26B-6464-93A263019E60}"/>
              </a:ext>
            </a:extLst>
          </p:cNvPr>
          <p:cNvSpPr>
            <a:spLocks noGrp="1"/>
          </p:cNvSpPr>
          <p:nvPr>
            <p:ph type="ctrTitle"/>
          </p:nvPr>
        </p:nvSpPr>
        <p:spPr>
          <a:xfrm>
            <a:off x="412647" y="2936558"/>
            <a:ext cx="11371365" cy="984885"/>
          </a:xfrm>
        </p:spPr>
        <p:txBody>
          <a:bodyPr/>
          <a:lstStyle/>
          <a:p>
            <a:r>
              <a:rPr lang="en-US"/>
              <a:t> </a:t>
            </a:r>
            <a:br>
              <a:rPr lang="en-US"/>
            </a:br>
            <a:r>
              <a:rPr lang="en-US"/>
              <a:t>Generative AI is the ideal misconduct machine</a:t>
            </a:r>
            <a:endParaRPr lang="en-FI"/>
          </a:p>
        </p:txBody>
      </p:sp>
      <p:sp>
        <p:nvSpPr>
          <p:cNvPr id="7" name="Footer Placeholder 6">
            <a:extLst>
              <a:ext uri="{FF2B5EF4-FFF2-40B4-BE49-F238E27FC236}">
                <a16:creationId xmlns:a16="http://schemas.microsoft.com/office/drawing/2014/main" id="{8366B863-3C00-4CEC-6A09-60C06A1D98AD}"/>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white"/>
                </a:solidFill>
                <a:effectLst/>
                <a:uLnTx/>
                <a:uFillTx/>
                <a:latin typeface="Arial" panose="020B0604020202020204"/>
                <a:ea typeface="+mn-ea"/>
                <a:cs typeface="+mn-cs"/>
              </a:rPr>
              <a:t>Enrico Glerean (2026) CC-BY</a:t>
            </a:r>
            <a:endParaRPr kumimoji="0" lang="fi-FI" sz="800" b="0" i="0" u="none" strike="noStrike" kern="1200" cap="none" spc="0" normalizeH="0" baseline="0" noProof="0">
              <a:ln>
                <a:noFill/>
              </a:ln>
              <a:solidFill>
                <a:prstClr val="white"/>
              </a:solidFill>
              <a:effectLst/>
              <a:uLnTx/>
              <a:uFillTx/>
              <a:latin typeface="Arial" panose="020B0604020202020204"/>
              <a:ea typeface="+mn-ea"/>
              <a:cs typeface="+mn-cs"/>
            </a:endParaRPr>
          </a:p>
        </p:txBody>
      </p:sp>
    </p:spTree>
    <p:extLst>
      <p:ext uri="{BB962C8B-B14F-4D97-AF65-F5344CB8AC3E}">
        <p14:creationId xmlns:p14="http://schemas.microsoft.com/office/powerpoint/2010/main" val="22203811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2586A-7629-7381-67CD-3AA5BB2D92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164C65-1AA6-A195-6E6E-60863CB356BD}"/>
              </a:ext>
            </a:extLst>
          </p:cNvPr>
          <p:cNvSpPr>
            <a:spLocks noGrp="1"/>
          </p:cNvSpPr>
          <p:nvPr>
            <p:ph type="title"/>
          </p:nvPr>
        </p:nvSpPr>
        <p:spPr/>
        <p:txBody>
          <a:bodyPr/>
          <a:lstStyle>
            <a:defPPr>
              <a:defRPr lang="en-US"/>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a:lstStyle>
          <a:p>
            <a:r>
              <a:rPr lang="en-US" sz="3000"/>
              <a:t>Generative AI: the ideal misconduct machine?</a:t>
            </a:r>
            <a:br>
              <a:rPr lang="en-US" sz="3000"/>
            </a:br>
            <a:endParaRPr lang="fi-FI" sz="1600" b="0" i="1"/>
          </a:p>
        </p:txBody>
      </p:sp>
      <p:sp>
        <p:nvSpPr>
          <p:cNvPr id="3" name="Content Placeholder 2">
            <a:extLst>
              <a:ext uri="{FF2B5EF4-FFF2-40B4-BE49-F238E27FC236}">
                <a16:creationId xmlns:a16="http://schemas.microsoft.com/office/drawing/2014/main" id="{9152CAD9-1118-AEE1-29B4-4AEB47051604}"/>
              </a:ext>
            </a:extLst>
          </p:cNvPr>
          <p:cNvSpPr>
            <a:spLocks noGrp="1"/>
          </p:cNvSpPr>
          <p:nvPr>
            <p:ph type="body" sz="quarter" idx="13"/>
          </p:nvPr>
        </p:nvSpPr>
        <p:spPr>
          <a:xfrm>
            <a:off x="1055687" y="2006416"/>
            <a:ext cx="10080625" cy="4267061"/>
          </a:xfrm>
        </p:spPr>
        <p:txBody>
          <a:bodyPr/>
          <a:lstStyle>
            <a:defPPr>
              <a:defRPr lang="en-US"/>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a:lstStyle>
          <a:p>
            <a:pPr marL="342900" indent="-342900">
              <a:buFont typeface="Arial" panose="020B0604020202020204" pitchFamily="34" charset="0"/>
              <a:buChar char="•"/>
            </a:pPr>
            <a:r>
              <a:rPr lang="en-GB" sz="1900" b="1" dirty="0"/>
              <a:t>Generative AI systems</a:t>
            </a:r>
            <a:r>
              <a:rPr lang="en-GB" sz="1900" dirty="0"/>
              <a:t> (like ChatGPT) are ideal fabrication, falsification, plagiarism machines: they are trained to always produce text and leave the quality control on the validity and reliability of the output to the final users.</a:t>
            </a:r>
            <a:endParaRPr lang="en-GB" sz="1900" dirty="0">
              <a:cs typeface="Arial"/>
            </a:endParaRPr>
          </a:p>
          <a:p>
            <a:pPr marL="342900" indent="-342900">
              <a:buFont typeface="Arial" panose="020B0604020202020204" pitchFamily="34" charset="0"/>
              <a:buChar char="•"/>
            </a:pPr>
            <a:r>
              <a:rPr lang="en-GB" sz="1900" b="1" dirty="0"/>
              <a:t>Fabrication/Falsification:</a:t>
            </a:r>
            <a:r>
              <a:rPr lang="en-GB" sz="1900" dirty="0"/>
              <a:t> GenAI tools can also perform data synthesis or data analysis, i.e. they can be used (</a:t>
            </a:r>
            <a:r>
              <a:rPr lang="en-GB" sz="1900" b="1" dirty="0"/>
              <a:t>willingly or not</a:t>
            </a:r>
            <a:r>
              <a:rPr lang="en-GB" sz="1900" dirty="0"/>
              <a:t>) to </a:t>
            </a:r>
            <a:r>
              <a:rPr lang="en-GB" sz="1900" b="1" dirty="0"/>
              <a:t>fabricate data or falsify results </a:t>
            </a:r>
            <a:r>
              <a:rPr lang="en-GB" sz="1900" dirty="0"/>
              <a:t>(</a:t>
            </a:r>
            <a:r>
              <a:rPr lang="en-GB" sz="1900" i="1" dirty="0"/>
              <a:t>how many r’s in strawberry?</a:t>
            </a:r>
            <a:r>
              <a:rPr lang="en-GB" sz="1900" dirty="0"/>
              <a:t>) without the ability to verify and reproduce the analysis process.</a:t>
            </a:r>
          </a:p>
          <a:p>
            <a:pPr marL="342900" indent="-342900">
              <a:buFont typeface="Arial" panose="020B0604020202020204" pitchFamily="34" charset="0"/>
              <a:buChar char="•"/>
            </a:pPr>
            <a:r>
              <a:rPr lang="en-GB" sz="1900" b="1" dirty="0"/>
              <a:t>Plagiarism: GenAI LLMs systems can </a:t>
            </a:r>
            <a:r>
              <a:rPr lang="en-GB" sz="1900" b="1" i="1" dirty="0"/>
              <a:t>verbatim</a:t>
            </a:r>
            <a:r>
              <a:rPr lang="en-GB" sz="1900" b="1" dirty="0"/>
              <a:t> reproduce text data in the training dataset </a:t>
            </a:r>
            <a:r>
              <a:rPr lang="en-GB" sz="1900" dirty="0"/>
              <a:t>without citing the original source</a:t>
            </a:r>
            <a:endParaRPr lang="en-GB" sz="1900" b="1" dirty="0">
              <a:cs typeface="Arial"/>
            </a:endParaRPr>
          </a:p>
          <a:p>
            <a:pPr marL="342900" indent="-342900">
              <a:buFont typeface="Arial" panose="020B0604020202020204" pitchFamily="34" charset="0"/>
              <a:buChar char="•"/>
            </a:pPr>
            <a:r>
              <a:rPr lang="en-GB" sz="1900" b="1" dirty="0">
                <a:cs typeface="Arial"/>
              </a:rPr>
              <a:t>Security and data protection risks:</a:t>
            </a:r>
            <a:r>
              <a:rPr lang="en-GB" sz="1900" dirty="0">
                <a:cs typeface="Arial"/>
              </a:rPr>
              <a:t> commonly used generative AI system process your data remotely. You should protect the confidentiality and integrity of your data, your work, and the data of subjects, or other parties you work with. Use approved Aalto AI tools.</a:t>
            </a:r>
            <a:endParaRPr lang="en-GB" sz="1900" b="1" dirty="0">
              <a:cs typeface="Arial"/>
            </a:endParaRPr>
          </a:p>
          <a:p>
            <a:endParaRPr lang="en-GB" sz="1900" dirty="0"/>
          </a:p>
          <a:p>
            <a:endParaRPr lang="en-GB" sz="1900" dirty="0"/>
          </a:p>
        </p:txBody>
      </p:sp>
      <p:sp>
        <p:nvSpPr>
          <p:cNvPr id="4" name="Date Placeholder 3">
            <a:extLst>
              <a:ext uri="{FF2B5EF4-FFF2-40B4-BE49-F238E27FC236}">
                <a16:creationId xmlns:a16="http://schemas.microsoft.com/office/drawing/2014/main" id="{AF5A2F48-6CFE-6007-0BBA-7EDDE633126C}"/>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06.05.2026</a:t>
            </a:r>
          </a:p>
        </p:txBody>
      </p:sp>
      <p:sp>
        <p:nvSpPr>
          <p:cNvPr id="5" name="Footer Placeholder 4">
            <a:extLst>
              <a:ext uri="{FF2B5EF4-FFF2-40B4-BE49-F238E27FC236}">
                <a16:creationId xmlns:a16="http://schemas.microsoft.com/office/drawing/2014/main" id="{007691A4-A35E-1B5A-9EB3-FC7E0637133A}"/>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(2026)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Slide Number Placeholder 5">
            <a:extLst>
              <a:ext uri="{FF2B5EF4-FFF2-40B4-BE49-F238E27FC236}">
                <a16:creationId xmlns:a16="http://schemas.microsoft.com/office/drawing/2014/main" id="{F68572CC-6F88-F8EF-7112-1C3EF82D6B3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2759946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BDCDB-C87A-0A38-1DBB-47C72FB05FE0}"/>
              </a:ext>
            </a:extLst>
          </p:cNvPr>
          <p:cNvSpPr>
            <a:spLocks noGrp="1"/>
          </p:cNvSpPr>
          <p:nvPr>
            <p:ph type="title"/>
          </p:nvPr>
        </p:nvSpPr>
        <p:spPr/>
        <p:txBody>
          <a:bodyPr/>
          <a:lstStyle/>
          <a:p>
            <a:r>
              <a:rPr lang="en-FI"/>
              <a:t>Misconduct is a core element of these systems </a:t>
            </a:r>
          </a:p>
        </p:txBody>
      </p:sp>
      <p:sp>
        <p:nvSpPr>
          <p:cNvPr id="3" name="Date Placeholder 2">
            <a:extLst>
              <a:ext uri="{FF2B5EF4-FFF2-40B4-BE49-F238E27FC236}">
                <a16:creationId xmlns:a16="http://schemas.microsoft.com/office/drawing/2014/main" id="{C0F865F7-98F0-6D27-19B7-39AA5AC9A538}"/>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06.05.2026</a:t>
            </a:r>
          </a:p>
        </p:txBody>
      </p:sp>
      <p:sp>
        <p:nvSpPr>
          <p:cNvPr id="4" name="Footer Placeholder 3">
            <a:extLst>
              <a:ext uri="{FF2B5EF4-FFF2-40B4-BE49-F238E27FC236}">
                <a16:creationId xmlns:a16="http://schemas.microsoft.com/office/drawing/2014/main" id="{DB118043-81C6-5E6F-B553-6C28B8DF74D7}"/>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(2026)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5009E4A5-88C1-E486-D0E7-454BE969A23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Text Placeholder 5">
            <a:extLst>
              <a:ext uri="{FF2B5EF4-FFF2-40B4-BE49-F238E27FC236}">
                <a16:creationId xmlns:a16="http://schemas.microsoft.com/office/drawing/2014/main" id="{49FA89FE-B9D5-3EB2-32E9-6D33125DF272}"/>
              </a:ext>
            </a:extLst>
          </p:cNvPr>
          <p:cNvSpPr>
            <a:spLocks noGrp="1"/>
          </p:cNvSpPr>
          <p:nvPr>
            <p:ph type="body" sz="quarter" idx="13"/>
          </p:nvPr>
        </p:nvSpPr>
        <p:spPr>
          <a:xfrm>
            <a:off x="1055688" y="2126012"/>
            <a:ext cx="10080625" cy="3671886"/>
          </a:xfrm>
        </p:spPr>
        <p:txBody>
          <a:bodyPr/>
          <a:lstStyle/>
          <a:p>
            <a:pPr marL="457200" indent="-457200">
              <a:buFont typeface="Arial" panose="020B0604020202020204" pitchFamily="34" charset="0"/>
              <a:buChar char="•"/>
            </a:pPr>
            <a:r>
              <a:rPr lang="en-FI" sz="2400" dirty="0"/>
              <a:t>“</a:t>
            </a:r>
            <a:r>
              <a:rPr lang="en-FI" sz="2400" i="1" dirty="0"/>
              <a:t>(LLMs) </a:t>
            </a:r>
            <a:r>
              <a:rPr lang="en-GB" sz="2400" i="1" dirty="0"/>
              <a:t>may encode the correct answer, yet consistently generate an incorrect one</a:t>
            </a:r>
            <a:r>
              <a:rPr lang="en-GB" sz="2400" dirty="0"/>
              <a:t>” (</a:t>
            </a:r>
            <a:r>
              <a:rPr lang="en-GB" sz="2400" dirty="0">
                <a:hlinkClick r:id="rId2"/>
              </a:rPr>
              <a:t>Orgad et al. 2024</a:t>
            </a:r>
            <a:r>
              <a:rPr lang="en-GB" sz="2400" dirty="0"/>
              <a:t>)</a:t>
            </a:r>
          </a:p>
          <a:p>
            <a:pPr marL="457200" indent="-457200">
              <a:buFont typeface="Arial" panose="020B0604020202020204" pitchFamily="34" charset="0"/>
              <a:buChar char="•"/>
            </a:pPr>
            <a:r>
              <a:rPr lang="en-GB" sz="2400" dirty="0"/>
              <a:t>“</a:t>
            </a:r>
            <a:r>
              <a:rPr lang="en-GB" sz="2400" i="1" dirty="0"/>
              <a:t>…current models degrade documents during delegation: even frontier models (Gemini 3.1 Pro, Claude 4.6 Opus, GPT 5.4) corrupt an average of 25% of document content by the end of long workflows</a:t>
            </a:r>
            <a:r>
              <a:rPr lang="en-GB" sz="2400" dirty="0"/>
              <a:t>” (</a:t>
            </a:r>
            <a:r>
              <a:rPr lang="en-GB" sz="2400" dirty="0">
                <a:hlinkClick r:id="rId3"/>
              </a:rPr>
              <a:t>Laban et al. 2026</a:t>
            </a:r>
            <a:r>
              <a:rPr lang="en-GB" sz="2400" dirty="0"/>
              <a:t>)</a:t>
            </a:r>
          </a:p>
          <a:p>
            <a:pPr marL="457200" indent="-457200">
              <a:buFont typeface="Arial" panose="020B0604020202020204" pitchFamily="34" charset="0"/>
              <a:buChar char="•"/>
            </a:pPr>
            <a:r>
              <a:rPr lang="en-GB" sz="2400" dirty="0"/>
              <a:t>“…</a:t>
            </a:r>
            <a:r>
              <a:rPr lang="en-GB" sz="2400" i="1" dirty="0"/>
              <a:t> Harry Potter is so memorized that, using a seed prompt consisting of just the first line of chapter 1, we can deterministically generate the entire book near-verbatim.</a:t>
            </a:r>
            <a:r>
              <a:rPr lang="en-GB" sz="2400" dirty="0"/>
              <a:t>” (</a:t>
            </a:r>
            <a:r>
              <a:rPr lang="en-GB" sz="2400" dirty="0">
                <a:hlinkClick r:id="rId4"/>
              </a:rPr>
              <a:t>2025, Stanford University</a:t>
            </a:r>
            <a:r>
              <a:rPr lang="en-GB" sz="2400" dirty="0"/>
              <a:t>)</a:t>
            </a:r>
          </a:p>
          <a:p>
            <a:pPr marL="457200" indent="-457200">
              <a:buFont typeface="Arial" panose="020B0604020202020204" pitchFamily="34" charset="0"/>
              <a:buChar char="•"/>
            </a:pPr>
            <a:endParaRPr lang="en-FI" sz="2400" dirty="0"/>
          </a:p>
        </p:txBody>
      </p:sp>
    </p:spTree>
    <p:extLst>
      <p:ext uri="{BB962C8B-B14F-4D97-AF65-F5344CB8AC3E}">
        <p14:creationId xmlns:p14="http://schemas.microsoft.com/office/powerpoint/2010/main" val="30186158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F7345-FC86-4386-52A8-727AC28022B3}"/>
              </a:ext>
            </a:extLst>
          </p:cNvPr>
          <p:cNvSpPr>
            <a:spLocks noGrp="1"/>
          </p:cNvSpPr>
          <p:nvPr>
            <p:ph type="title"/>
          </p:nvPr>
        </p:nvSpPr>
        <p:spPr/>
        <p:txBody>
          <a:bodyPr/>
          <a:lstStyle/>
          <a:p>
            <a:r>
              <a:rPr lang="en-FI" dirty="0"/>
              <a:t>Generative AI tools eroding truth, trust, and competence</a:t>
            </a:r>
          </a:p>
        </p:txBody>
      </p:sp>
      <p:sp>
        <p:nvSpPr>
          <p:cNvPr id="3" name="Text Placeholder 2">
            <a:extLst>
              <a:ext uri="{FF2B5EF4-FFF2-40B4-BE49-F238E27FC236}">
                <a16:creationId xmlns:a16="http://schemas.microsoft.com/office/drawing/2014/main" id="{9F9161BB-3127-7221-6FE4-D5A59A42DB6C}"/>
              </a:ext>
            </a:extLst>
          </p:cNvPr>
          <p:cNvSpPr>
            <a:spLocks noGrp="1"/>
          </p:cNvSpPr>
          <p:nvPr>
            <p:ph type="body" sz="quarter" idx="13"/>
          </p:nvPr>
        </p:nvSpPr>
        <p:spPr>
          <a:xfrm>
            <a:off x="1055688" y="2132469"/>
            <a:ext cx="10080625" cy="3671886"/>
          </a:xfrm>
        </p:spPr>
        <p:txBody>
          <a:bodyPr/>
          <a:lstStyle/>
          <a:p>
            <a:pPr marL="457200" indent="-457200">
              <a:buFont typeface="Arial" panose="020B0604020202020204" pitchFamily="34" charset="0"/>
              <a:buChar char="•"/>
            </a:pPr>
            <a:r>
              <a:rPr lang="en-GB" sz="2400" dirty="0"/>
              <a:t>Hallucinated citations are polluting the scientific literature (</a:t>
            </a:r>
            <a:r>
              <a:rPr lang="en-GB" sz="2400" dirty="0">
                <a:hlinkClick r:id="rId2"/>
              </a:rPr>
              <a:t>Naddaf &amp; Quill, Nature news, 2026</a:t>
            </a:r>
            <a:r>
              <a:rPr lang="en-GB" sz="2400" dirty="0"/>
              <a:t>)</a:t>
            </a:r>
          </a:p>
          <a:p>
            <a:pPr marL="457200" indent="-457200">
              <a:buFont typeface="Arial" panose="020B0604020202020204" pitchFamily="34" charset="0"/>
              <a:buChar char="•"/>
            </a:pPr>
            <a:r>
              <a:rPr lang="en-GB" sz="2400" dirty="0"/>
              <a:t>Same Prompt, Different Outcomes: Evaluating the Reproducibility of Data Analysis by LLMs (</a:t>
            </a:r>
            <a:r>
              <a:rPr lang="en-GB" sz="2400" dirty="0">
                <a:hlinkClick r:id="rId3"/>
              </a:rPr>
              <a:t>Cui &amp; Alexander, 2026</a:t>
            </a:r>
            <a:r>
              <a:rPr lang="en-GB" sz="2400" dirty="0"/>
              <a:t>)</a:t>
            </a:r>
          </a:p>
          <a:p>
            <a:pPr marL="457200" indent="-457200">
              <a:buFont typeface="Arial" panose="020B0604020202020204" pitchFamily="34" charset="0"/>
              <a:buChar char="•"/>
            </a:pPr>
            <a:r>
              <a:rPr lang="en-GB" sz="2400" dirty="0"/>
              <a:t>The transparency dilemma: How AI disclosure erodes trust (</a:t>
            </a:r>
            <a:r>
              <a:rPr lang="en-GB" sz="2400" dirty="0">
                <a:hlinkClick r:id="rId4"/>
              </a:rPr>
              <a:t>Schilke &amp; Reimann, 2025</a:t>
            </a:r>
            <a:r>
              <a:rPr lang="en-GB" sz="2400" dirty="0"/>
              <a:t>)</a:t>
            </a:r>
          </a:p>
          <a:p>
            <a:pPr marL="457200" indent="-457200">
              <a:buFont typeface="Arial" panose="020B0604020202020204" pitchFamily="34" charset="0"/>
              <a:buChar char="•"/>
            </a:pPr>
            <a:r>
              <a:rPr lang="en-GB" sz="2400" dirty="0"/>
              <a:t>The Impact of Generative AI on Critical Thinking: Self-Reported Reductions in Cognitive Effort and Confidence Effects From a Survey of Knowledge Workers (</a:t>
            </a:r>
            <a:r>
              <a:rPr lang="en-GB" sz="2400" dirty="0">
                <a:hlinkClick r:id="rId5"/>
              </a:rPr>
              <a:t>Lee et al. 2025</a:t>
            </a:r>
            <a:r>
              <a:rPr lang="en-GB" sz="2400" dirty="0"/>
              <a:t>)</a:t>
            </a:r>
          </a:p>
          <a:p>
            <a:pPr marL="457200" indent="-457200">
              <a:buFont typeface="Arial" panose="020B0604020202020204" pitchFamily="34" charset="0"/>
              <a:buChar char="•"/>
            </a:pPr>
            <a:endParaRPr lang="en-GB" sz="2400" dirty="0"/>
          </a:p>
          <a:p>
            <a:pPr marL="457200" indent="-457200">
              <a:buFont typeface="Arial" panose="020B0604020202020204" pitchFamily="34" charset="0"/>
              <a:buChar char="•"/>
            </a:pPr>
            <a:endParaRPr lang="en-GB" sz="2400" dirty="0"/>
          </a:p>
          <a:p>
            <a:pPr marL="457200" indent="-457200">
              <a:buFont typeface="Arial" panose="020B0604020202020204" pitchFamily="34" charset="0"/>
              <a:buChar char="•"/>
            </a:pPr>
            <a:endParaRPr lang="en-GB" sz="2400" dirty="0"/>
          </a:p>
        </p:txBody>
      </p:sp>
      <p:sp>
        <p:nvSpPr>
          <p:cNvPr id="4" name="Date Placeholder 3">
            <a:extLst>
              <a:ext uri="{FF2B5EF4-FFF2-40B4-BE49-F238E27FC236}">
                <a16:creationId xmlns:a16="http://schemas.microsoft.com/office/drawing/2014/main" id="{C4E2F2E7-8A01-6BBF-2531-F90187740140}"/>
              </a:ext>
            </a:extLst>
          </p:cNvPr>
          <p:cNvSpPr>
            <a:spLocks noGrp="1"/>
          </p:cNvSpPr>
          <p:nvPr>
            <p:ph type="dt" sz="half" idx="14"/>
          </p:nvPr>
        </p:nvSpPr>
        <p:spPr/>
        <p:txBody>
          <a:bodyPr/>
          <a:lstStyle/>
          <a:p>
            <a:r>
              <a:rPr lang="fi-FI"/>
              <a:t>06.05.2026</a:t>
            </a:r>
          </a:p>
        </p:txBody>
      </p:sp>
      <p:sp>
        <p:nvSpPr>
          <p:cNvPr id="5" name="Footer Placeholder 4">
            <a:extLst>
              <a:ext uri="{FF2B5EF4-FFF2-40B4-BE49-F238E27FC236}">
                <a16:creationId xmlns:a16="http://schemas.microsoft.com/office/drawing/2014/main" id="{377F37D8-60A9-DE91-3E72-48AECD5F7144}"/>
              </a:ext>
            </a:extLst>
          </p:cNvPr>
          <p:cNvSpPr>
            <a:spLocks noGrp="1"/>
          </p:cNvSpPr>
          <p:nvPr>
            <p:ph type="ftr" sz="quarter" idx="15"/>
          </p:nvPr>
        </p:nvSpPr>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2EDF3154-D010-36FE-95D4-3D8C9AF32E18}"/>
              </a:ext>
            </a:extLst>
          </p:cNvPr>
          <p:cNvSpPr>
            <a:spLocks noGrp="1"/>
          </p:cNvSpPr>
          <p:nvPr>
            <p:ph type="sldNum" sz="quarter" idx="16"/>
          </p:nvPr>
        </p:nvSpPr>
        <p:spPr/>
        <p:txBody>
          <a:bodyPr/>
          <a:lstStyle/>
          <a:p>
            <a:fld id="{D701140D-C14F-41CA-99FC-0EF83E8DA40A}" type="slidenum">
              <a:rPr lang="fi-FI" smtClean="0"/>
              <a:pPr/>
              <a:t>17</a:t>
            </a:fld>
            <a:endParaRPr lang="fi-FI"/>
          </a:p>
        </p:txBody>
      </p:sp>
    </p:spTree>
    <p:extLst>
      <p:ext uri="{BB962C8B-B14F-4D97-AF65-F5344CB8AC3E}">
        <p14:creationId xmlns:p14="http://schemas.microsoft.com/office/powerpoint/2010/main" val="32873483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E73EF-995C-057E-1197-31A5F558886C}"/>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51F723C8-26AA-07B4-DC09-694C5AFFE9F3}"/>
              </a:ext>
            </a:extLst>
          </p:cNvPr>
          <p:cNvSpPr>
            <a:spLocks noGrp="1"/>
          </p:cNvSpPr>
          <p:nvPr>
            <p:ph type="dt" sz="half" idx="10"/>
          </p:nvPr>
        </p:nvSpPr>
        <p:spPr>
          <a:xfrm>
            <a:off x="10200456" y="6309320"/>
            <a:ext cx="1152128" cy="143868"/>
          </a:xfrm>
          <a:prstGeom prst="rect">
            <a:avLst/>
          </a:prstGeom>
        </p:spPr>
        <p:txBody>
          <a:bodyPr vert="horz" lIns="0" tIns="0" rIns="0" bIns="0" rtlCol="0" anchor="ctr" anchorCtr="0">
            <a:noAutofit/>
          </a:bodyPr>
          <a:lstStyle>
            <a:defPPr>
              <a:defRPr lang="fi-FI"/>
            </a:defPPr>
            <a:lvl1pPr marL="0" algn="r" defTabSz="914400" rtl="0" eaLnBrk="1" latinLnBrk="0" hangingPunct="1">
              <a:defRPr sz="8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lang="fi-FI"/>
              <a:t>06.05.2026</a:t>
            </a:r>
            <a:endParaRPr kumimoji="0" lang="fi-FI" sz="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 name="Slide Number Placeholder 2">
            <a:extLst>
              <a:ext uri="{FF2B5EF4-FFF2-40B4-BE49-F238E27FC236}">
                <a16:creationId xmlns:a16="http://schemas.microsoft.com/office/drawing/2014/main" id="{64B47027-EC70-F9CF-57B5-959A01A5E12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white"/>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fi-FI" sz="800" b="1"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41DA91E4-3DED-89C2-77DE-58D31C742605}"/>
              </a:ext>
            </a:extLst>
          </p:cNvPr>
          <p:cNvSpPr>
            <a:spLocks noGrp="1"/>
          </p:cNvSpPr>
          <p:nvPr>
            <p:ph type="ctrTitle"/>
          </p:nvPr>
        </p:nvSpPr>
        <p:spPr>
          <a:xfrm>
            <a:off x="412647" y="2936558"/>
            <a:ext cx="11371365" cy="984885"/>
          </a:xfrm>
        </p:spPr>
        <p:txBody>
          <a:bodyPr/>
          <a:lstStyle/>
          <a:p>
            <a:r>
              <a:rPr lang="en-US" dirty="0"/>
              <a:t>Can we do something before AI slop takes over all fields of research?</a:t>
            </a:r>
            <a:endParaRPr lang="en-FI" dirty="0"/>
          </a:p>
        </p:txBody>
      </p:sp>
      <p:sp>
        <p:nvSpPr>
          <p:cNvPr id="7" name="Footer Placeholder 6">
            <a:extLst>
              <a:ext uri="{FF2B5EF4-FFF2-40B4-BE49-F238E27FC236}">
                <a16:creationId xmlns:a16="http://schemas.microsoft.com/office/drawing/2014/main" id="{009D1029-4C20-ABDB-CFB9-2AB2F70A13B3}"/>
              </a:ext>
            </a:extLst>
          </p:cNvPr>
          <p:cNvSpPr>
            <a:spLocks noGrp="1"/>
          </p:cNvSpPr>
          <p:nvPr>
            <p:ph type="ftr" sz="quarter" idx="11"/>
          </p:nvPr>
        </p:nvSpPr>
        <p:spPr>
          <a:xfrm>
            <a:off x="1271464" y="6309320"/>
            <a:ext cx="8928992" cy="143869"/>
          </a:xfrm>
          <a:prstGeom prst="rect">
            <a:avLst/>
          </a:prstGeom>
        </p:spPr>
        <p:txBody>
          <a:bodyPr vert="horz" lIns="0" tIns="0" rIns="0" bIns="0" rtlCol="0" anchor="ctr" anchorCtr="0">
            <a:noAutofit/>
          </a:bodyPr>
          <a:lstStyle>
            <a:defPPr>
              <a:defRPr lang="fi-FI"/>
            </a:defPPr>
            <a:lvl1pPr marL="0" algn="r" defTabSz="914400" rtl="0" eaLnBrk="1" latinLnBrk="0" hangingPunct="1">
              <a:defRPr sz="8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lang="pt-BR"/>
              <a:t>Enrico Glerean (2026) CC-BY</a:t>
            </a:r>
            <a:endParaRPr kumimoji="0" lang="fi-FI" sz="800" b="0" i="0" u="none" strike="noStrike" kern="1200" cap="none" spc="0" normalizeH="0" baseline="0" noProof="0">
              <a:ln>
                <a:noFill/>
              </a:ln>
              <a:solidFill>
                <a:prstClr val="white"/>
              </a:solidFill>
              <a:effectLst/>
              <a:uLnTx/>
              <a:uFillTx/>
              <a:latin typeface="Arial" panose="020B0604020202020204"/>
              <a:ea typeface="+mn-ea"/>
              <a:cs typeface="+mn-cs"/>
            </a:endParaRPr>
          </a:p>
        </p:txBody>
      </p:sp>
    </p:spTree>
    <p:extLst>
      <p:ext uri="{BB962C8B-B14F-4D97-AF65-F5344CB8AC3E}">
        <p14:creationId xmlns:p14="http://schemas.microsoft.com/office/powerpoint/2010/main" val="23834505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6F2C8-96F3-A330-FF1D-1C5F30AA15F8}"/>
              </a:ext>
            </a:extLst>
          </p:cNvPr>
          <p:cNvSpPr>
            <a:spLocks noGrp="1"/>
          </p:cNvSpPr>
          <p:nvPr>
            <p:ph type="title"/>
          </p:nvPr>
        </p:nvSpPr>
        <p:spPr/>
        <p:txBody>
          <a:bodyPr/>
          <a:lstStyle/>
          <a:p>
            <a:r>
              <a:rPr lang="en-FI" dirty="0"/>
              <a:t>A framework for identifying risks of AI systems in research</a:t>
            </a:r>
          </a:p>
        </p:txBody>
      </p:sp>
      <p:sp>
        <p:nvSpPr>
          <p:cNvPr id="3" name="Content Placeholder 2">
            <a:extLst>
              <a:ext uri="{FF2B5EF4-FFF2-40B4-BE49-F238E27FC236}">
                <a16:creationId xmlns:a16="http://schemas.microsoft.com/office/drawing/2014/main" id="{AC3799B6-DE91-963B-5B5C-9E40D396810C}"/>
              </a:ext>
            </a:extLst>
          </p:cNvPr>
          <p:cNvSpPr>
            <a:spLocks noGrp="1"/>
          </p:cNvSpPr>
          <p:nvPr>
            <p:ph sz="half" idx="1"/>
          </p:nvPr>
        </p:nvSpPr>
        <p:spPr/>
        <p:txBody>
          <a:bodyPr/>
          <a:lstStyle/>
          <a:p>
            <a:pPr marL="342900" indent="-342900">
              <a:buFont typeface="Arial" panose="020B0604020202020204" pitchFamily="34" charset="0"/>
              <a:buChar char="•"/>
            </a:pPr>
            <a:r>
              <a:rPr lang="en-FI" dirty="0"/>
              <a:t>Non-approved remote tools</a:t>
            </a:r>
          </a:p>
          <a:p>
            <a:pPr marL="342900" indent="-342900">
              <a:buFont typeface="Arial" panose="020B0604020202020204" pitchFamily="34" charset="0"/>
              <a:buChar char="•"/>
            </a:pPr>
            <a:r>
              <a:rPr lang="en-FI" dirty="0"/>
              <a:t>Loss of confidentiality</a:t>
            </a:r>
          </a:p>
          <a:p>
            <a:pPr marL="342900" indent="-342900">
              <a:buFont typeface="Arial" panose="020B0604020202020204" pitchFamily="34" charset="0"/>
              <a:buChar char="•"/>
            </a:pPr>
            <a:r>
              <a:rPr lang="en-FI" dirty="0"/>
              <a:t>Increased cybersecurity risks</a:t>
            </a:r>
          </a:p>
          <a:p>
            <a:pPr marL="342900" indent="-342900">
              <a:buFont typeface="Arial" panose="020B0604020202020204" pitchFamily="34" charset="0"/>
              <a:buChar char="•"/>
            </a:pPr>
            <a:r>
              <a:rPr lang="en-FI" dirty="0"/>
              <a:t>Unethical / illegal solutions sold by vendors</a:t>
            </a:r>
          </a:p>
        </p:txBody>
      </p:sp>
      <p:sp>
        <p:nvSpPr>
          <p:cNvPr id="4" name="Content Placeholder 3">
            <a:extLst>
              <a:ext uri="{FF2B5EF4-FFF2-40B4-BE49-F238E27FC236}">
                <a16:creationId xmlns:a16="http://schemas.microsoft.com/office/drawing/2014/main" id="{473740CD-FA5F-126C-1FBC-D327E31C2ABB}"/>
              </a:ext>
            </a:extLst>
          </p:cNvPr>
          <p:cNvSpPr>
            <a:spLocks noGrp="1"/>
          </p:cNvSpPr>
          <p:nvPr>
            <p:ph sz="half" idx="2"/>
          </p:nvPr>
        </p:nvSpPr>
        <p:spPr/>
        <p:txBody>
          <a:bodyPr/>
          <a:lstStyle/>
          <a:p>
            <a:pPr marL="342900" indent="-342900">
              <a:buFont typeface="Arial" panose="020B0604020202020204" pitchFamily="34" charset="0"/>
              <a:buChar char="•"/>
            </a:pPr>
            <a:r>
              <a:rPr lang="en-FI" dirty="0"/>
              <a:t>Fabrication</a:t>
            </a:r>
          </a:p>
          <a:p>
            <a:pPr marL="342900" indent="-342900">
              <a:buFont typeface="Arial" panose="020B0604020202020204" pitchFamily="34" charset="0"/>
              <a:buChar char="•"/>
            </a:pPr>
            <a:r>
              <a:rPr lang="en-FI" dirty="0"/>
              <a:t>Falsification</a:t>
            </a:r>
          </a:p>
          <a:p>
            <a:pPr marL="342900" indent="-342900">
              <a:buFont typeface="Arial" panose="020B0604020202020204" pitchFamily="34" charset="0"/>
              <a:buChar char="•"/>
            </a:pPr>
            <a:r>
              <a:rPr lang="en-FI" dirty="0"/>
              <a:t>Plagiarism/IPR infringement</a:t>
            </a:r>
          </a:p>
          <a:p>
            <a:pPr marL="342900" indent="-342900">
              <a:buFont typeface="Arial" panose="020B0604020202020204" pitchFamily="34" charset="0"/>
              <a:buChar char="•"/>
            </a:pPr>
            <a:r>
              <a:rPr lang="en-FI" dirty="0"/>
              <a:t>Deskilling</a:t>
            </a:r>
          </a:p>
          <a:p>
            <a:pPr marL="342900" indent="-342900">
              <a:buFont typeface="Arial" panose="020B0604020202020204" pitchFamily="34" charset="0"/>
              <a:buChar char="•"/>
            </a:pPr>
            <a:r>
              <a:rPr lang="en-FI" dirty="0"/>
              <a:t>Environmental cost</a:t>
            </a:r>
          </a:p>
          <a:p>
            <a:pPr marL="342900" indent="-342900">
              <a:buFont typeface="Arial" panose="020B0604020202020204" pitchFamily="34" charset="0"/>
              <a:buChar char="•"/>
            </a:pPr>
            <a:r>
              <a:rPr lang="en-FI" dirty="0"/>
              <a:t>Irreproducible research</a:t>
            </a:r>
          </a:p>
          <a:p>
            <a:pPr marL="342900" indent="-342900">
              <a:buFont typeface="Arial" panose="020B0604020202020204" pitchFamily="34" charset="0"/>
              <a:buChar char="•"/>
            </a:pPr>
            <a:endParaRPr lang="en-FI" dirty="0"/>
          </a:p>
        </p:txBody>
      </p:sp>
      <p:sp>
        <p:nvSpPr>
          <p:cNvPr id="5" name="Date Placeholder 4">
            <a:extLst>
              <a:ext uri="{FF2B5EF4-FFF2-40B4-BE49-F238E27FC236}">
                <a16:creationId xmlns:a16="http://schemas.microsoft.com/office/drawing/2014/main" id="{F7AED2BC-74AA-C33E-3315-876A3347D559}"/>
              </a:ext>
            </a:extLst>
          </p:cNvPr>
          <p:cNvSpPr>
            <a:spLocks noGrp="1"/>
          </p:cNvSpPr>
          <p:nvPr>
            <p:ph type="dt" sz="half" idx="10"/>
          </p:nvPr>
        </p:nvSpPr>
        <p:spPr/>
        <p:txBody>
          <a:bodyPr/>
          <a:lstStyle/>
          <a:p>
            <a:r>
              <a:rPr lang="fi-FI"/>
              <a:t>06.05.2026</a:t>
            </a:r>
          </a:p>
        </p:txBody>
      </p:sp>
      <p:sp>
        <p:nvSpPr>
          <p:cNvPr id="6" name="Footer Placeholder 5">
            <a:extLst>
              <a:ext uri="{FF2B5EF4-FFF2-40B4-BE49-F238E27FC236}">
                <a16:creationId xmlns:a16="http://schemas.microsoft.com/office/drawing/2014/main" id="{78CF3556-F092-FC76-FBCF-D939AE2E40B1}"/>
              </a:ext>
            </a:extLst>
          </p:cNvPr>
          <p:cNvSpPr>
            <a:spLocks noGrp="1"/>
          </p:cNvSpPr>
          <p:nvPr>
            <p:ph type="ftr" sz="quarter" idx="11"/>
          </p:nvPr>
        </p:nvSpPr>
        <p:spPr/>
        <p:txBody>
          <a:bodyPr/>
          <a:lstStyle/>
          <a:p>
            <a:r>
              <a:rPr lang="pt-BR"/>
              <a:t>Enrico Glerean (2026) CC-BY</a:t>
            </a:r>
            <a:endParaRPr lang="fi-FI"/>
          </a:p>
        </p:txBody>
      </p:sp>
      <p:sp>
        <p:nvSpPr>
          <p:cNvPr id="7" name="Slide Number Placeholder 6">
            <a:extLst>
              <a:ext uri="{FF2B5EF4-FFF2-40B4-BE49-F238E27FC236}">
                <a16:creationId xmlns:a16="http://schemas.microsoft.com/office/drawing/2014/main" id="{26827863-0C50-84DF-19FC-F3B2F63D12B6}"/>
              </a:ext>
            </a:extLst>
          </p:cNvPr>
          <p:cNvSpPr>
            <a:spLocks noGrp="1"/>
          </p:cNvSpPr>
          <p:nvPr>
            <p:ph type="sldNum" sz="quarter" idx="12"/>
          </p:nvPr>
        </p:nvSpPr>
        <p:spPr/>
        <p:txBody>
          <a:bodyPr/>
          <a:lstStyle/>
          <a:p>
            <a:fld id="{D701140D-C14F-41CA-99FC-0EF83E8DA40A}" type="slidenum">
              <a:rPr lang="fi-FI" smtClean="0"/>
              <a:t>19</a:t>
            </a:fld>
            <a:endParaRPr lang="fi-FI"/>
          </a:p>
        </p:txBody>
      </p:sp>
      <p:sp>
        <p:nvSpPr>
          <p:cNvPr id="8" name="Content Placeholder 7">
            <a:extLst>
              <a:ext uri="{FF2B5EF4-FFF2-40B4-BE49-F238E27FC236}">
                <a16:creationId xmlns:a16="http://schemas.microsoft.com/office/drawing/2014/main" id="{50028010-76D7-C6F5-4FEE-34A46BDE73E7}"/>
              </a:ext>
            </a:extLst>
          </p:cNvPr>
          <p:cNvSpPr>
            <a:spLocks noGrp="1"/>
          </p:cNvSpPr>
          <p:nvPr>
            <p:ph sz="half" idx="13"/>
          </p:nvPr>
        </p:nvSpPr>
        <p:spPr/>
        <p:txBody>
          <a:bodyPr/>
          <a:lstStyle/>
          <a:p>
            <a:pPr marL="342900" indent="-342900">
              <a:buFont typeface="Arial" panose="020B0604020202020204" pitchFamily="34" charset="0"/>
              <a:buChar char="•"/>
            </a:pPr>
            <a:r>
              <a:rPr lang="en-FI" dirty="0"/>
              <a:t>Training data bias</a:t>
            </a:r>
          </a:p>
          <a:p>
            <a:pPr marL="342900" indent="-342900">
              <a:buFont typeface="Arial" panose="020B0604020202020204" pitchFamily="34" charset="0"/>
              <a:buChar char="•"/>
            </a:pPr>
            <a:r>
              <a:rPr lang="en-FI" dirty="0"/>
              <a:t>No explainability</a:t>
            </a:r>
          </a:p>
          <a:p>
            <a:pPr marL="342900" indent="-342900">
              <a:buFont typeface="Arial" panose="020B0604020202020204" pitchFamily="34" charset="0"/>
              <a:buChar char="•"/>
            </a:pPr>
            <a:r>
              <a:rPr lang="en-FI" dirty="0"/>
              <a:t>Erosion of autonomy</a:t>
            </a:r>
          </a:p>
          <a:p>
            <a:pPr marL="342900" indent="-342900">
              <a:buFont typeface="Arial" panose="020B0604020202020204" pitchFamily="34" charset="0"/>
              <a:buChar char="•"/>
            </a:pPr>
            <a:r>
              <a:rPr lang="en-FI" dirty="0"/>
              <a:t>Impacts justice</a:t>
            </a:r>
          </a:p>
          <a:p>
            <a:pPr marL="342900" indent="-342900">
              <a:buFont typeface="Arial" panose="020B0604020202020204" pitchFamily="34" charset="0"/>
              <a:buChar char="•"/>
            </a:pPr>
            <a:endParaRPr lang="en-FI" dirty="0"/>
          </a:p>
          <a:p>
            <a:pPr marL="342900" indent="-342900">
              <a:buFont typeface="Arial" panose="020B0604020202020204" pitchFamily="34" charset="0"/>
              <a:buChar char="•"/>
            </a:pPr>
            <a:endParaRPr lang="en-FI" dirty="0"/>
          </a:p>
        </p:txBody>
      </p:sp>
      <p:sp>
        <p:nvSpPr>
          <p:cNvPr id="10" name="TextBox 9">
            <a:extLst>
              <a:ext uri="{FF2B5EF4-FFF2-40B4-BE49-F238E27FC236}">
                <a16:creationId xmlns:a16="http://schemas.microsoft.com/office/drawing/2014/main" id="{68F05209-C3A2-C3BD-D532-4227D9960DA1}"/>
              </a:ext>
            </a:extLst>
          </p:cNvPr>
          <p:cNvSpPr txBox="1"/>
          <p:nvPr/>
        </p:nvSpPr>
        <p:spPr>
          <a:xfrm>
            <a:off x="1041173" y="1674761"/>
            <a:ext cx="3456135" cy="477054"/>
          </a:xfrm>
          <a:prstGeom prst="rect">
            <a:avLst/>
          </a:prstGeom>
          <a:solidFill>
            <a:srgbClr val="DDAA33"/>
          </a:solidFill>
        </p:spPr>
        <p:txBody>
          <a:bodyPr wrap="square">
            <a:spAutoFit/>
          </a:bodyPr>
          <a:lstStyle/>
          <a:p>
            <a:r>
              <a:rPr lang="en-FI" sz="2500" b="1" dirty="0">
                <a:highlight>
                  <a:srgbClr val="DDAA33"/>
                </a:highlight>
                <a:latin typeface="Arial Narrow" panose="020B0604020202020204" pitchFamily="34" charset="0"/>
                <a:cs typeface="Arial Narrow" panose="020B0604020202020204" pitchFamily="34" charset="0"/>
              </a:rPr>
              <a:t>Fundamental digital risks</a:t>
            </a:r>
          </a:p>
        </p:txBody>
      </p:sp>
      <p:sp>
        <p:nvSpPr>
          <p:cNvPr id="11" name="TextBox 10">
            <a:extLst>
              <a:ext uri="{FF2B5EF4-FFF2-40B4-BE49-F238E27FC236}">
                <a16:creationId xmlns:a16="http://schemas.microsoft.com/office/drawing/2014/main" id="{99003ED7-ECD4-F4F5-209F-FC4CA7BCF01E}"/>
              </a:ext>
            </a:extLst>
          </p:cNvPr>
          <p:cNvSpPr txBox="1"/>
          <p:nvPr/>
        </p:nvSpPr>
        <p:spPr>
          <a:xfrm>
            <a:off x="4459292" y="1674761"/>
            <a:ext cx="3456135" cy="477054"/>
          </a:xfrm>
          <a:prstGeom prst="rect">
            <a:avLst/>
          </a:prstGeom>
          <a:solidFill>
            <a:srgbClr val="004488"/>
          </a:solidFill>
        </p:spPr>
        <p:txBody>
          <a:bodyPr wrap="square">
            <a:spAutoFit/>
          </a:bodyPr>
          <a:lstStyle/>
          <a:p>
            <a:r>
              <a:rPr lang="en-FI" sz="2500" b="1" dirty="0">
                <a:solidFill>
                  <a:schemeClr val="bg1"/>
                </a:solidFill>
                <a:latin typeface="Arial Narrow" panose="020B0604020202020204" pitchFamily="34" charset="0"/>
                <a:cs typeface="Arial Narrow" panose="020B0604020202020204" pitchFamily="34" charset="0"/>
              </a:rPr>
              <a:t>AI-amplified risks</a:t>
            </a:r>
          </a:p>
        </p:txBody>
      </p:sp>
      <p:sp>
        <p:nvSpPr>
          <p:cNvPr id="12" name="TextBox 11">
            <a:extLst>
              <a:ext uri="{FF2B5EF4-FFF2-40B4-BE49-F238E27FC236}">
                <a16:creationId xmlns:a16="http://schemas.microsoft.com/office/drawing/2014/main" id="{EBCC5DF2-3358-4EBA-38B2-5FE2C13D806F}"/>
              </a:ext>
            </a:extLst>
          </p:cNvPr>
          <p:cNvSpPr txBox="1"/>
          <p:nvPr/>
        </p:nvSpPr>
        <p:spPr>
          <a:xfrm>
            <a:off x="7920953" y="1674761"/>
            <a:ext cx="3456135" cy="477054"/>
          </a:xfrm>
          <a:prstGeom prst="rect">
            <a:avLst/>
          </a:prstGeom>
          <a:solidFill>
            <a:srgbClr val="BB5566"/>
          </a:solidFill>
        </p:spPr>
        <p:txBody>
          <a:bodyPr wrap="square">
            <a:spAutoFit/>
          </a:bodyPr>
          <a:lstStyle/>
          <a:p>
            <a:r>
              <a:rPr lang="en-FI" sz="2500" b="1" dirty="0">
                <a:solidFill>
                  <a:schemeClr val="bg1"/>
                </a:solidFill>
                <a:latin typeface="Arial Narrow" panose="020B0604020202020204" pitchFamily="34" charset="0"/>
                <a:cs typeface="Arial Narrow" panose="020B0604020202020204" pitchFamily="34" charset="0"/>
              </a:rPr>
              <a:t>AI-native risks</a:t>
            </a:r>
          </a:p>
        </p:txBody>
      </p:sp>
    </p:spTree>
    <p:extLst>
      <p:ext uri="{BB962C8B-B14F-4D97-AF65-F5344CB8AC3E}">
        <p14:creationId xmlns:p14="http://schemas.microsoft.com/office/powerpoint/2010/main" val="31328927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63DCC-C046-7F2D-9661-6E4400DAB2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47F9E4-A7EB-45F4-DC14-380EE724148A}"/>
              </a:ext>
            </a:extLst>
          </p:cNvPr>
          <p:cNvSpPr>
            <a:spLocks noGrp="1"/>
          </p:cNvSpPr>
          <p:nvPr>
            <p:ph type="title"/>
          </p:nvPr>
        </p:nvSpPr>
        <p:spPr/>
        <p:txBody>
          <a:bodyPr/>
          <a:lstStyle/>
          <a:p>
            <a:r>
              <a:rPr lang="en-FI" dirty="0"/>
              <a:t>Mitigating risks of AI systems in research</a:t>
            </a:r>
          </a:p>
        </p:txBody>
      </p:sp>
      <p:sp>
        <p:nvSpPr>
          <p:cNvPr id="3" name="Content Placeholder 2">
            <a:extLst>
              <a:ext uri="{FF2B5EF4-FFF2-40B4-BE49-F238E27FC236}">
                <a16:creationId xmlns:a16="http://schemas.microsoft.com/office/drawing/2014/main" id="{60A5D402-1C73-8EE8-E73F-93EFD137FFD3}"/>
              </a:ext>
            </a:extLst>
          </p:cNvPr>
          <p:cNvSpPr>
            <a:spLocks noGrp="1"/>
          </p:cNvSpPr>
          <p:nvPr>
            <p:ph sz="half" idx="1"/>
          </p:nvPr>
        </p:nvSpPr>
        <p:spPr/>
        <p:txBody>
          <a:bodyPr/>
          <a:lstStyle/>
          <a:p>
            <a:pPr marL="342900" indent="-342900">
              <a:buFont typeface="Arial" panose="020B0604020202020204" pitchFamily="34" charset="0"/>
              <a:buChar char="•"/>
            </a:pPr>
            <a:r>
              <a:rPr lang="en-FI" dirty="0"/>
              <a:t>Cybersecurity and data protection </a:t>
            </a:r>
            <a:r>
              <a:rPr lang="en-FI" b="1" dirty="0"/>
              <a:t>trainings</a:t>
            </a:r>
          </a:p>
          <a:p>
            <a:pPr marL="342900" indent="-342900">
              <a:buFont typeface="Arial" panose="020B0604020202020204" pitchFamily="34" charset="0"/>
              <a:buChar char="•"/>
            </a:pPr>
            <a:r>
              <a:rPr lang="en-FI" b="1" dirty="0"/>
              <a:t>Locally hosted</a:t>
            </a:r>
            <a:r>
              <a:rPr lang="en-FI" dirty="0"/>
              <a:t> tools</a:t>
            </a:r>
          </a:p>
          <a:p>
            <a:pPr marL="342900" indent="-342900">
              <a:buFont typeface="Arial" panose="020B0604020202020204" pitchFamily="34" charset="0"/>
              <a:buChar char="•"/>
            </a:pPr>
            <a:r>
              <a:rPr lang="en-FI" dirty="0"/>
              <a:t>Investments in </a:t>
            </a:r>
            <a:r>
              <a:rPr lang="en-FI" b="1" dirty="0"/>
              <a:t>infrastructures</a:t>
            </a:r>
            <a:r>
              <a:rPr lang="en-FI" dirty="0"/>
              <a:t> and </a:t>
            </a:r>
            <a:r>
              <a:rPr lang="en-FI" b="1" dirty="0"/>
              <a:t>support experts</a:t>
            </a:r>
          </a:p>
          <a:p>
            <a:pPr marL="342900" indent="-342900">
              <a:buFont typeface="Arial" panose="020B0604020202020204" pitchFamily="34" charset="0"/>
              <a:buChar char="•"/>
            </a:pPr>
            <a:endParaRPr lang="en-FI" dirty="0"/>
          </a:p>
        </p:txBody>
      </p:sp>
      <p:sp>
        <p:nvSpPr>
          <p:cNvPr id="4" name="Content Placeholder 3">
            <a:extLst>
              <a:ext uri="{FF2B5EF4-FFF2-40B4-BE49-F238E27FC236}">
                <a16:creationId xmlns:a16="http://schemas.microsoft.com/office/drawing/2014/main" id="{478D3F16-2F24-4FF6-3052-DE6A61D781BF}"/>
              </a:ext>
            </a:extLst>
          </p:cNvPr>
          <p:cNvSpPr>
            <a:spLocks noGrp="1"/>
          </p:cNvSpPr>
          <p:nvPr>
            <p:ph sz="half" idx="2"/>
          </p:nvPr>
        </p:nvSpPr>
        <p:spPr/>
        <p:txBody>
          <a:bodyPr/>
          <a:lstStyle/>
          <a:p>
            <a:pPr marL="342900" indent="-342900">
              <a:buFont typeface="Arial" panose="020B0604020202020204" pitchFamily="34" charset="0"/>
              <a:buChar char="•"/>
            </a:pPr>
            <a:r>
              <a:rPr lang="en-FI" b="1" dirty="0"/>
              <a:t>Trainings</a:t>
            </a:r>
            <a:r>
              <a:rPr lang="en-FI" dirty="0"/>
              <a:t> on responsible use of AI</a:t>
            </a:r>
          </a:p>
          <a:p>
            <a:pPr marL="342900" indent="-342900">
              <a:buFont typeface="Arial" panose="020B0604020202020204" pitchFamily="34" charset="0"/>
              <a:buChar char="•"/>
            </a:pPr>
            <a:r>
              <a:rPr lang="en-GB" b="1" dirty="0"/>
              <a:t>Better tools</a:t>
            </a:r>
            <a:r>
              <a:rPr lang="en-GB" dirty="0"/>
              <a:t> for working with information sources (finding and citing) </a:t>
            </a:r>
            <a:endParaRPr lang="en-FI" dirty="0"/>
          </a:p>
          <a:p>
            <a:pPr marL="342900" indent="-342900">
              <a:buFont typeface="Arial" panose="020B0604020202020204" pitchFamily="34" charset="0"/>
              <a:buChar char="•"/>
            </a:pPr>
            <a:r>
              <a:rPr lang="en-FI" dirty="0"/>
              <a:t>Resist and </a:t>
            </a:r>
            <a:r>
              <a:rPr lang="en-FI" b="1" dirty="0"/>
              <a:t>just say no to AI for certain tasks</a:t>
            </a:r>
          </a:p>
          <a:p>
            <a:pPr marL="342900" indent="-342900">
              <a:buFont typeface="Arial" panose="020B0604020202020204" pitchFamily="34" charset="0"/>
              <a:buChar char="•"/>
            </a:pPr>
            <a:endParaRPr lang="en-FI" dirty="0"/>
          </a:p>
        </p:txBody>
      </p:sp>
      <p:sp>
        <p:nvSpPr>
          <p:cNvPr id="5" name="Date Placeholder 4">
            <a:extLst>
              <a:ext uri="{FF2B5EF4-FFF2-40B4-BE49-F238E27FC236}">
                <a16:creationId xmlns:a16="http://schemas.microsoft.com/office/drawing/2014/main" id="{D5D28514-B2F2-1FC1-E8E9-4D2090AB663B}"/>
              </a:ext>
            </a:extLst>
          </p:cNvPr>
          <p:cNvSpPr>
            <a:spLocks noGrp="1"/>
          </p:cNvSpPr>
          <p:nvPr>
            <p:ph type="dt" sz="half" idx="10"/>
          </p:nvPr>
        </p:nvSpPr>
        <p:spPr/>
        <p:txBody>
          <a:bodyPr/>
          <a:lstStyle/>
          <a:p>
            <a:r>
              <a:rPr lang="fi-FI"/>
              <a:t>06.05.2026</a:t>
            </a:r>
          </a:p>
        </p:txBody>
      </p:sp>
      <p:sp>
        <p:nvSpPr>
          <p:cNvPr id="6" name="Footer Placeholder 5">
            <a:extLst>
              <a:ext uri="{FF2B5EF4-FFF2-40B4-BE49-F238E27FC236}">
                <a16:creationId xmlns:a16="http://schemas.microsoft.com/office/drawing/2014/main" id="{BA83FD57-3672-2FE9-A29C-FDB8F73FCF32}"/>
              </a:ext>
            </a:extLst>
          </p:cNvPr>
          <p:cNvSpPr>
            <a:spLocks noGrp="1"/>
          </p:cNvSpPr>
          <p:nvPr>
            <p:ph type="ftr" sz="quarter" idx="11"/>
          </p:nvPr>
        </p:nvSpPr>
        <p:spPr/>
        <p:txBody>
          <a:bodyPr/>
          <a:lstStyle/>
          <a:p>
            <a:r>
              <a:rPr lang="pt-BR"/>
              <a:t>Enrico Glerean (2026) CC-BY</a:t>
            </a:r>
            <a:endParaRPr lang="fi-FI"/>
          </a:p>
        </p:txBody>
      </p:sp>
      <p:sp>
        <p:nvSpPr>
          <p:cNvPr id="7" name="Slide Number Placeholder 6">
            <a:extLst>
              <a:ext uri="{FF2B5EF4-FFF2-40B4-BE49-F238E27FC236}">
                <a16:creationId xmlns:a16="http://schemas.microsoft.com/office/drawing/2014/main" id="{E435669C-502F-C909-2B9A-DFA443E6ECBD}"/>
              </a:ext>
            </a:extLst>
          </p:cNvPr>
          <p:cNvSpPr>
            <a:spLocks noGrp="1"/>
          </p:cNvSpPr>
          <p:nvPr>
            <p:ph type="sldNum" sz="quarter" idx="12"/>
          </p:nvPr>
        </p:nvSpPr>
        <p:spPr/>
        <p:txBody>
          <a:bodyPr/>
          <a:lstStyle/>
          <a:p>
            <a:fld id="{D701140D-C14F-41CA-99FC-0EF83E8DA40A}" type="slidenum">
              <a:rPr lang="fi-FI" smtClean="0"/>
              <a:t>20</a:t>
            </a:fld>
            <a:endParaRPr lang="fi-FI"/>
          </a:p>
        </p:txBody>
      </p:sp>
      <p:sp>
        <p:nvSpPr>
          <p:cNvPr id="8" name="Content Placeholder 7">
            <a:extLst>
              <a:ext uri="{FF2B5EF4-FFF2-40B4-BE49-F238E27FC236}">
                <a16:creationId xmlns:a16="http://schemas.microsoft.com/office/drawing/2014/main" id="{A194473C-E7AB-6D5E-4713-01B1E345AB2B}"/>
              </a:ext>
            </a:extLst>
          </p:cNvPr>
          <p:cNvSpPr>
            <a:spLocks noGrp="1"/>
          </p:cNvSpPr>
          <p:nvPr>
            <p:ph sz="half" idx="13"/>
          </p:nvPr>
        </p:nvSpPr>
        <p:spPr/>
        <p:txBody>
          <a:bodyPr/>
          <a:lstStyle/>
          <a:p>
            <a:pPr marL="342900" indent="-342900">
              <a:buFont typeface="Arial" panose="020B0604020202020204" pitchFamily="34" charset="0"/>
              <a:buChar char="•"/>
            </a:pPr>
            <a:r>
              <a:rPr lang="en-FI" b="1" dirty="0"/>
              <a:t>Abandon proprietary general purpose AI models</a:t>
            </a:r>
          </a:p>
          <a:p>
            <a:pPr marL="342900" indent="-342900">
              <a:buFont typeface="Arial" panose="020B0604020202020204" pitchFamily="34" charset="0"/>
              <a:buChar char="•"/>
            </a:pPr>
            <a:r>
              <a:rPr lang="en-FI" dirty="0"/>
              <a:t>Adopt </a:t>
            </a:r>
            <a:r>
              <a:rPr lang="en-FI" b="1" dirty="0"/>
              <a:t>automation</a:t>
            </a:r>
            <a:r>
              <a:rPr lang="en-FI" dirty="0"/>
              <a:t> combined with </a:t>
            </a:r>
            <a:r>
              <a:rPr lang="en-FI" b="1" dirty="0"/>
              <a:t>specialised models</a:t>
            </a:r>
          </a:p>
          <a:p>
            <a:pPr marL="342900" indent="-342900">
              <a:buFont typeface="Arial" panose="020B0604020202020204" pitchFamily="34" charset="0"/>
              <a:buChar char="•"/>
            </a:pPr>
            <a:r>
              <a:rPr lang="en-FI" dirty="0"/>
              <a:t>Work on </a:t>
            </a:r>
            <a:r>
              <a:rPr lang="en-FI" b="1" dirty="0"/>
              <a:t>interfaces to enable the work</a:t>
            </a:r>
            <a:r>
              <a:rPr lang="en-FI" dirty="0"/>
              <a:t> rather than tools to replace the workers</a:t>
            </a:r>
          </a:p>
          <a:p>
            <a:pPr marL="342900" indent="-342900">
              <a:buFont typeface="Arial" panose="020B0604020202020204" pitchFamily="34" charset="0"/>
              <a:buChar char="•"/>
            </a:pPr>
            <a:endParaRPr lang="en-FI" dirty="0"/>
          </a:p>
          <a:p>
            <a:pPr marL="342900" indent="-342900">
              <a:buFont typeface="Arial" panose="020B0604020202020204" pitchFamily="34" charset="0"/>
              <a:buChar char="•"/>
            </a:pPr>
            <a:endParaRPr lang="en-FI" dirty="0"/>
          </a:p>
        </p:txBody>
      </p:sp>
      <p:sp>
        <p:nvSpPr>
          <p:cNvPr id="12" name="TextBox 11">
            <a:extLst>
              <a:ext uri="{FF2B5EF4-FFF2-40B4-BE49-F238E27FC236}">
                <a16:creationId xmlns:a16="http://schemas.microsoft.com/office/drawing/2014/main" id="{AD5540E0-7DE2-8F8C-B9C0-A98BBA7D9A0D}"/>
              </a:ext>
            </a:extLst>
          </p:cNvPr>
          <p:cNvSpPr txBox="1"/>
          <p:nvPr/>
        </p:nvSpPr>
        <p:spPr>
          <a:xfrm>
            <a:off x="1041173" y="1674761"/>
            <a:ext cx="3456135" cy="477054"/>
          </a:xfrm>
          <a:prstGeom prst="rect">
            <a:avLst/>
          </a:prstGeom>
          <a:solidFill>
            <a:srgbClr val="DDAA33"/>
          </a:solidFill>
        </p:spPr>
        <p:txBody>
          <a:bodyPr wrap="square">
            <a:spAutoFit/>
          </a:bodyPr>
          <a:lstStyle/>
          <a:p>
            <a:r>
              <a:rPr lang="en-FI" sz="2500" b="1" dirty="0">
                <a:highlight>
                  <a:srgbClr val="DDAA33"/>
                </a:highlight>
                <a:latin typeface="Arial Narrow" panose="020B0604020202020204" pitchFamily="34" charset="0"/>
                <a:cs typeface="Arial Narrow" panose="020B0604020202020204" pitchFamily="34" charset="0"/>
              </a:rPr>
              <a:t>Fundamental digital risks</a:t>
            </a:r>
          </a:p>
        </p:txBody>
      </p:sp>
      <p:sp>
        <p:nvSpPr>
          <p:cNvPr id="13" name="TextBox 12">
            <a:extLst>
              <a:ext uri="{FF2B5EF4-FFF2-40B4-BE49-F238E27FC236}">
                <a16:creationId xmlns:a16="http://schemas.microsoft.com/office/drawing/2014/main" id="{C11AA291-38BA-90AE-0DBE-012096127330}"/>
              </a:ext>
            </a:extLst>
          </p:cNvPr>
          <p:cNvSpPr txBox="1"/>
          <p:nvPr/>
        </p:nvSpPr>
        <p:spPr>
          <a:xfrm>
            <a:off x="4459292" y="1674761"/>
            <a:ext cx="3456135" cy="477054"/>
          </a:xfrm>
          <a:prstGeom prst="rect">
            <a:avLst/>
          </a:prstGeom>
          <a:solidFill>
            <a:srgbClr val="004488"/>
          </a:solidFill>
        </p:spPr>
        <p:txBody>
          <a:bodyPr wrap="square">
            <a:spAutoFit/>
          </a:bodyPr>
          <a:lstStyle/>
          <a:p>
            <a:r>
              <a:rPr lang="en-FI" sz="2500" b="1" dirty="0">
                <a:solidFill>
                  <a:schemeClr val="bg1"/>
                </a:solidFill>
                <a:latin typeface="Arial Narrow" panose="020B0604020202020204" pitchFamily="34" charset="0"/>
                <a:cs typeface="Arial Narrow" panose="020B0604020202020204" pitchFamily="34" charset="0"/>
              </a:rPr>
              <a:t>AI-amplified risks</a:t>
            </a:r>
          </a:p>
        </p:txBody>
      </p:sp>
      <p:sp>
        <p:nvSpPr>
          <p:cNvPr id="14" name="TextBox 13">
            <a:extLst>
              <a:ext uri="{FF2B5EF4-FFF2-40B4-BE49-F238E27FC236}">
                <a16:creationId xmlns:a16="http://schemas.microsoft.com/office/drawing/2014/main" id="{D4F29690-09F9-658D-8F17-4B407AAE3ECB}"/>
              </a:ext>
            </a:extLst>
          </p:cNvPr>
          <p:cNvSpPr txBox="1"/>
          <p:nvPr/>
        </p:nvSpPr>
        <p:spPr>
          <a:xfrm>
            <a:off x="7920953" y="1674761"/>
            <a:ext cx="3456135" cy="477054"/>
          </a:xfrm>
          <a:prstGeom prst="rect">
            <a:avLst/>
          </a:prstGeom>
          <a:solidFill>
            <a:srgbClr val="BB5566"/>
          </a:solidFill>
        </p:spPr>
        <p:txBody>
          <a:bodyPr wrap="square">
            <a:spAutoFit/>
          </a:bodyPr>
          <a:lstStyle/>
          <a:p>
            <a:r>
              <a:rPr lang="en-FI" sz="2500" b="1" dirty="0">
                <a:solidFill>
                  <a:schemeClr val="bg1"/>
                </a:solidFill>
                <a:latin typeface="Arial Narrow" panose="020B0604020202020204" pitchFamily="34" charset="0"/>
                <a:cs typeface="Arial Narrow" panose="020B0604020202020204" pitchFamily="34" charset="0"/>
              </a:rPr>
              <a:t>AI-native risks</a:t>
            </a:r>
          </a:p>
        </p:txBody>
      </p:sp>
    </p:spTree>
    <p:extLst>
      <p:ext uri="{BB962C8B-B14F-4D97-AF65-F5344CB8AC3E}">
        <p14:creationId xmlns:p14="http://schemas.microsoft.com/office/powerpoint/2010/main" val="25320679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B627A-9BCE-D225-AA0D-5FEA12A7A0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7C426F-7726-F9A1-3862-173BD27C6BBA}"/>
              </a:ext>
            </a:extLst>
          </p:cNvPr>
          <p:cNvSpPr>
            <a:spLocks noGrp="1"/>
          </p:cNvSpPr>
          <p:nvPr>
            <p:ph type="title"/>
          </p:nvPr>
        </p:nvSpPr>
        <p:spPr/>
        <p:txBody>
          <a:bodyPr/>
          <a:lstStyle/>
          <a:p>
            <a:r>
              <a:rPr lang="en-FI" dirty="0"/>
              <a:t>What can data professionals do?</a:t>
            </a:r>
          </a:p>
        </p:txBody>
      </p:sp>
      <p:sp>
        <p:nvSpPr>
          <p:cNvPr id="3" name="Text Placeholder 2">
            <a:extLst>
              <a:ext uri="{FF2B5EF4-FFF2-40B4-BE49-F238E27FC236}">
                <a16:creationId xmlns:a16="http://schemas.microsoft.com/office/drawing/2014/main" id="{43696184-3035-2A2F-767B-B6754CD4F46D}"/>
              </a:ext>
            </a:extLst>
          </p:cNvPr>
          <p:cNvSpPr>
            <a:spLocks noGrp="1"/>
          </p:cNvSpPr>
          <p:nvPr>
            <p:ph type="body" sz="quarter" idx="13"/>
          </p:nvPr>
        </p:nvSpPr>
        <p:spPr>
          <a:xfrm>
            <a:off x="1055688" y="2132469"/>
            <a:ext cx="10080625" cy="3671886"/>
          </a:xfrm>
        </p:spPr>
        <p:txBody>
          <a:bodyPr/>
          <a:lstStyle/>
          <a:p>
            <a:pPr marL="457200" indent="-457200">
              <a:buFont typeface="Arial" panose="020B0604020202020204" pitchFamily="34" charset="0"/>
              <a:buChar char="•"/>
            </a:pPr>
            <a:r>
              <a:rPr lang="en-GB" sz="2400" b="1" dirty="0"/>
              <a:t>Learn and use AI tools as researchers do </a:t>
            </a:r>
            <a:r>
              <a:rPr lang="en-GB" sz="2400" dirty="0"/>
              <a:t>(ChatGPT, Claude, Codex, Claude code, </a:t>
            </a:r>
            <a:r>
              <a:rPr lang="en-GB" sz="2400" dirty="0" err="1"/>
              <a:t>Opencode</a:t>
            </a:r>
            <a:r>
              <a:rPr lang="en-GB" sz="2400" dirty="0"/>
              <a:t>, AI agents…)</a:t>
            </a:r>
            <a:endParaRPr lang="en-GB" sz="2400" b="1" dirty="0"/>
          </a:p>
          <a:p>
            <a:pPr marL="457200" indent="-457200">
              <a:buFont typeface="Arial" panose="020B0604020202020204" pitchFamily="34" charset="0"/>
              <a:buChar char="•"/>
            </a:pPr>
            <a:r>
              <a:rPr lang="en-GB" sz="2400" b="1" dirty="0"/>
              <a:t>Raise</a:t>
            </a:r>
            <a:r>
              <a:rPr lang="en-GB" sz="2400" dirty="0"/>
              <a:t> </a:t>
            </a:r>
            <a:r>
              <a:rPr lang="en-GB" sz="2400" b="1" dirty="0"/>
              <a:t>awareness</a:t>
            </a:r>
            <a:r>
              <a:rPr lang="en-GB" sz="2400" dirty="0"/>
              <a:t> on the research integrity risks that AI tools can amplify as well as other risks (security, deskilling, sustainability)</a:t>
            </a:r>
          </a:p>
          <a:p>
            <a:pPr marL="457200" indent="-457200">
              <a:buFont typeface="Arial" panose="020B0604020202020204" pitchFamily="34" charset="0"/>
              <a:buChar char="•"/>
            </a:pPr>
            <a:r>
              <a:rPr lang="en-GB" sz="2400" b="1" dirty="0"/>
              <a:t>Encourage </a:t>
            </a:r>
            <a:r>
              <a:rPr lang="en-GB" sz="2400" dirty="0"/>
              <a:t>the disclosure of AI already in the DMP</a:t>
            </a:r>
            <a:endParaRPr lang="en-GB" sz="2400" b="1" dirty="0"/>
          </a:p>
          <a:p>
            <a:pPr marL="457200" indent="-457200">
              <a:buFont typeface="Arial" panose="020B0604020202020204" pitchFamily="34" charset="0"/>
              <a:buChar char="•"/>
            </a:pPr>
            <a:r>
              <a:rPr lang="en-GB" sz="2400" b="1" dirty="0"/>
              <a:t>Develop new tools </a:t>
            </a:r>
            <a:r>
              <a:rPr lang="en-GB" sz="2400" dirty="0"/>
              <a:t>such as integrating machine-readable DMPs with a controlled agentic component, or better tools for finding and managing citations</a:t>
            </a:r>
          </a:p>
          <a:p>
            <a:pPr marL="457200" indent="-457200">
              <a:buFont typeface="Arial" panose="020B0604020202020204" pitchFamily="34" charset="0"/>
              <a:buChar char="•"/>
            </a:pPr>
            <a:r>
              <a:rPr lang="en-GB" sz="2400" b="1" dirty="0"/>
              <a:t>Support their organisations </a:t>
            </a:r>
            <a:r>
              <a:rPr lang="en-GB" sz="2400" dirty="0"/>
              <a:t>when internal data are going to used for developing new AI systems</a:t>
            </a:r>
          </a:p>
          <a:p>
            <a:pPr marL="457200" indent="-457200">
              <a:buFont typeface="Arial" panose="020B0604020202020204" pitchFamily="34" charset="0"/>
              <a:buChar char="•"/>
            </a:pPr>
            <a:endParaRPr lang="en-GB" sz="2400" b="1" dirty="0"/>
          </a:p>
          <a:p>
            <a:pPr marL="457200" indent="-457200">
              <a:buFont typeface="Arial" panose="020B0604020202020204" pitchFamily="34" charset="0"/>
              <a:buChar char="•"/>
            </a:pPr>
            <a:endParaRPr lang="en-GB" sz="2400" dirty="0"/>
          </a:p>
          <a:p>
            <a:pPr marL="457200" indent="-457200">
              <a:buFont typeface="Arial" panose="020B0604020202020204" pitchFamily="34" charset="0"/>
              <a:buChar char="•"/>
            </a:pPr>
            <a:endParaRPr lang="en-GB" sz="2400" dirty="0"/>
          </a:p>
          <a:p>
            <a:pPr marL="457200" indent="-457200">
              <a:buFont typeface="Arial" panose="020B0604020202020204" pitchFamily="34" charset="0"/>
              <a:buChar char="•"/>
            </a:pPr>
            <a:endParaRPr lang="en-GB" sz="2400" dirty="0"/>
          </a:p>
          <a:p>
            <a:pPr marL="457200" indent="-457200">
              <a:buFont typeface="Arial" panose="020B0604020202020204" pitchFamily="34" charset="0"/>
              <a:buChar char="•"/>
            </a:pPr>
            <a:endParaRPr lang="en-GB" sz="2400" dirty="0"/>
          </a:p>
        </p:txBody>
      </p:sp>
      <p:sp>
        <p:nvSpPr>
          <p:cNvPr id="4" name="Date Placeholder 3">
            <a:extLst>
              <a:ext uri="{FF2B5EF4-FFF2-40B4-BE49-F238E27FC236}">
                <a16:creationId xmlns:a16="http://schemas.microsoft.com/office/drawing/2014/main" id="{351E867E-B159-E62E-6AFD-5684F44ACBC6}"/>
              </a:ext>
            </a:extLst>
          </p:cNvPr>
          <p:cNvSpPr>
            <a:spLocks noGrp="1"/>
          </p:cNvSpPr>
          <p:nvPr>
            <p:ph type="dt" sz="half" idx="14"/>
          </p:nvPr>
        </p:nvSpPr>
        <p:spPr/>
        <p:txBody>
          <a:bodyPr/>
          <a:lstStyle/>
          <a:p>
            <a:r>
              <a:rPr lang="fi-FI"/>
              <a:t>06.05.2026</a:t>
            </a:r>
          </a:p>
        </p:txBody>
      </p:sp>
      <p:sp>
        <p:nvSpPr>
          <p:cNvPr id="5" name="Footer Placeholder 4">
            <a:extLst>
              <a:ext uri="{FF2B5EF4-FFF2-40B4-BE49-F238E27FC236}">
                <a16:creationId xmlns:a16="http://schemas.microsoft.com/office/drawing/2014/main" id="{DCF1FB19-1176-17B9-96D0-A2C1975AA9BC}"/>
              </a:ext>
            </a:extLst>
          </p:cNvPr>
          <p:cNvSpPr>
            <a:spLocks noGrp="1"/>
          </p:cNvSpPr>
          <p:nvPr>
            <p:ph type="ftr" sz="quarter" idx="15"/>
          </p:nvPr>
        </p:nvSpPr>
        <p:spPr/>
        <p:txBody>
          <a:bodyPr/>
          <a:lstStyle/>
          <a:p>
            <a:r>
              <a:rPr lang="pt-BR"/>
              <a:t>Enrico Glerean (2026) CC-BY</a:t>
            </a:r>
            <a:endParaRPr lang="fi-FI"/>
          </a:p>
        </p:txBody>
      </p:sp>
      <p:sp>
        <p:nvSpPr>
          <p:cNvPr id="6" name="Slide Number Placeholder 5">
            <a:extLst>
              <a:ext uri="{FF2B5EF4-FFF2-40B4-BE49-F238E27FC236}">
                <a16:creationId xmlns:a16="http://schemas.microsoft.com/office/drawing/2014/main" id="{5E4AA859-3112-B9EA-3781-9C5FB9823270}"/>
              </a:ext>
            </a:extLst>
          </p:cNvPr>
          <p:cNvSpPr>
            <a:spLocks noGrp="1"/>
          </p:cNvSpPr>
          <p:nvPr>
            <p:ph type="sldNum" sz="quarter" idx="16"/>
          </p:nvPr>
        </p:nvSpPr>
        <p:spPr/>
        <p:txBody>
          <a:bodyPr/>
          <a:lstStyle/>
          <a:p>
            <a:fld id="{D701140D-C14F-41CA-99FC-0EF83E8DA40A}" type="slidenum">
              <a:rPr lang="fi-FI" smtClean="0"/>
              <a:pPr/>
              <a:t>21</a:t>
            </a:fld>
            <a:endParaRPr lang="fi-FI"/>
          </a:p>
        </p:txBody>
      </p:sp>
    </p:spTree>
    <p:extLst>
      <p:ext uri="{BB962C8B-B14F-4D97-AF65-F5344CB8AC3E}">
        <p14:creationId xmlns:p14="http://schemas.microsoft.com/office/powerpoint/2010/main" val="16841754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A66BE-565F-9425-8303-177B51E33F77}"/>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51921699-492F-FA32-4312-9F604629823B}"/>
              </a:ext>
            </a:extLst>
          </p:cNvPr>
          <p:cNvSpPr>
            <a:spLocks noGrp="1"/>
          </p:cNvSpPr>
          <p:nvPr>
            <p:ph type="body" idx="1"/>
          </p:nvPr>
        </p:nvSpPr>
        <p:spPr>
          <a:xfrm>
            <a:off x="340822" y="404813"/>
            <a:ext cx="6043353" cy="5472112"/>
          </a:xfrm>
        </p:spPr>
        <p:txBody>
          <a:bodyPr/>
          <a:lstStyle/>
          <a:p>
            <a:pPr marL="228600" indent="0"/>
            <a:r>
              <a:rPr lang="en-US" b="1" dirty="0"/>
              <a:t>Resist the hype, use AI tools responsibly (if you want to)</a:t>
            </a:r>
            <a:endParaRPr lang="en-US" dirty="0"/>
          </a:p>
          <a:p>
            <a:pPr marL="1143000" lvl="1" indent="-457200"/>
            <a:endParaRPr lang="en-US" dirty="0"/>
          </a:p>
          <a:p>
            <a:pPr marL="1143000" lvl="1" indent="-457200"/>
            <a:r>
              <a:rPr lang="en-US" dirty="0"/>
              <a:t>AI literacy </a:t>
            </a:r>
            <a:r>
              <a:rPr lang="en-US" b="1" dirty="0"/>
              <a:t>training</a:t>
            </a:r>
          </a:p>
          <a:p>
            <a:pPr marL="1143000" lvl="1" indent="-457200"/>
            <a:r>
              <a:rPr lang="en-US" b="1" dirty="0"/>
              <a:t>Safer versions of the tools you use</a:t>
            </a:r>
            <a:r>
              <a:rPr lang="en-US" dirty="0"/>
              <a:t> (e.g. local)</a:t>
            </a:r>
          </a:p>
          <a:p>
            <a:pPr marL="1143000" lvl="1" indent="-457200"/>
            <a:r>
              <a:rPr lang="en-US" b="1" dirty="0"/>
              <a:t>Opportunities to openly discuss </a:t>
            </a:r>
            <a:r>
              <a:rPr lang="en-US" dirty="0"/>
              <a:t>how people use AI (or avoid using AI)</a:t>
            </a:r>
            <a:endParaRPr lang="en-US" b="1" dirty="0"/>
          </a:p>
          <a:p>
            <a:pPr marL="1143000" lvl="1" indent="-457200"/>
            <a:r>
              <a:rPr lang="en-US" b="1" dirty="0"/>
              <a:t>Academic freedom </a:t>
            </a:r>
            <a:r>
              <a:rPr lang="en-US" dirty="0"/>
              <a:t>to let researchers explore (or ignore) such tools</a:t>
            </a:r>
          </a:p>
        </p:txBody>
      </p:sp>
      <p:sp>
        <p:nvSpPr>
          <p:cNvPr id="3" name="Slide Number Placeholder 2">
            <a:extLst>
              <a:ext uri="{FF2B5EF4-FFF2-40B4-BE49-F238E27FC236}">
                <a16:creationId xmlns:a16="http://schemas.microsoft.com/office/drawing/2014/main" id="{87E33F71-B22A-8A1E-19A8-13667FEDCC19}"/>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GB"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1" name="TextBox 10">
            <a:extLst>
              <a:ext uri="{FF2B5EF4-FFF2-40B4-BE49-F238E27FC236}">
                <a16:creationId xmlns:a16="http://schemas.microsoft.com/office/drawing/2014/main" id="{BED7B980-A3A8-203C-7577-1FF93A0A530A}"/>
              </a:ext>
              <a:ext uri="{C183D7F6-B498-43B3-948B-1728B52AA6E4}">
                <adec:decorative xmlns:adec="http://schemas.microsoft.com/office/drawing/2017/decorative" val="1"/>
              </a:ext>
            </a:extLst>
          </p:cNvPr>
          <p:cNvSpPr txBox="1"/>
          <p:nvPr/>
        </p:nvSpPr>
        <p:spPr>
          <a:xfrm>
            <a:off x="6492240" y="0"/>
            <a:ext cx="5699760" cy="6858000"/>
          </a:xfrm>
          <a:prstGeom prst="rect">
            <a:avLst/>
          </a:prstGeom>
          <a:solidFill>
            <a:schemeClr val="accent2"/>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FI"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2" name="Text Placeholder 3">
            <a:extLst>
              <a:ext uri="{FF2B5EF4-FFF2-40B4-BE49-F238E27FC236}">
                <a16:creationId xmlns:a16="http://schemas.microsoft.com/office/drawing/2014/main" id="{7C78A9C2-89FE-0796-FB6E-D8431D0289D3}"/>
              </a:ext>
            </a:extLst>
          </p:cNvPr>
          <p:cNvSpPr txBox="1">
            <a:spLocks noGrp="1"/>
          </p:cNvSpPr>
          <p:nvPr>
            <p:ph type="title" idx="4294967295"/>
          </p:nvPr>
        </p:nvSpPr>
        <p:spPr>
          <a:xfrm>
            <a:off x="7306888" y="429527"/>
            <a:ext cx="4054009" cy="5472112"/>
          </a:xfrm>
          <a:prstGeom prst="rect">
            <a:avLst/>
          </a:prstGeom>
          <a:noFill/>
          <a:ln>
            <a:noFill/>
            <a:prstDash/>
          </a:ln>
          <a:effectLst/>
        </p:spPr>
        <p:txBody>
          <a:bodyPr rot="0" spcFirstLastPara="1" vertOverflow="overflow" horzOverflow="overflow" vert="horz" wrap="square" lIns="0" tIns="0" rIns="0" bIns="0" numCol="1" spcCol="0" rtlCol="0" fromWordArt="0" anchor="t" anchorCtr="0" forceAA="0" compatLnSpc="1">
            <a:prstTxWarp prst="textNoShape">
              <a:avLst/>
            </a:prstTxWarp>
            <a:noAutofit/>
          </a:bodyPr>
          <a:lstStyle>
            <a:defPPr marR="0" lvl="0" algn="l" rtl="0">
              <a:lnSpc>
                <a:spcPct val="100000"/>
              </a:lnSpc>
              <a:spcBef>
                <a:spcPts val="0"/>
              </a:spcBef>
              <a:spcAft>
                <a:spcPts val="0"/>
              </a:spcAft>
            </a:defPPr>
            <a:lvl1pPr marL="457200" marR="0" lvl="0" indent="-228600" algn="l" rtl="0">
              <a:lnSpc>
                <a:spcPct val="100000"/>
              </a:lnSpc>
              <a:spcBef>
                <a:spcPts val="80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L="914400" marR="0" lvl="1" indent="-355600" algn="l" rtl="0">
              <a:lnSpc>
                <a:spcPct val="100000"/>
              </a:lnSpc>
              <a:spcBef>
                <a:spcPts val="8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100000"/>
              </a:lnSpc>
              <a:spcBef>
                <a:spcPts val="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100000"/>
              </a:lnSpc>
              <a:spcBef>
                <a:spcPts val="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100000"/>
              </a:lnSpc>
              <a:spcBef>
                <a:spcPts val="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228600" marR="0" lvl="0" indent="0" algn="ctr" defTabSz="914400" rtl="0" eaLnBrk="1" fontAlgn="auto" latinLnBrk="0" hangingPunct="1">
              <a:lnSpc>
                <a:spcPct val="100000"/>
              </a:lnSpc>
              <a:spcBef>
                <a:spcPts val="800"/>
              </a:spcBef>
              <a:spcAft>
                <a:spcPts val="0"/>
              </a:spcAft>
              <a:buClr>
                <a:schemeClr val="dk1"/>
              </a:buClr>
              <a:buSzPts val="2800"/>
              <a:buFont typeface="Arial"/>
              <a:buNone/>
              <a:tabLst/>
              <a:defRPr/>
            </a:pPr>
            <a:br>
              <a:rPr kumimoji="0" lang="en-US" sz="6000" b="1" i="0" u="none" strike="noStrike" kern="1200" cap="none" spc="0" normalizeH="0" baseline="0" noProof="0">
                <a:ln>
                  <a:noFill/>
                </a:ln>
                <a:solidFill>
                  <a:schemeClr val="bg1"/>
                </a:solidFill>
                <a:effectLst/>
                <a:uLnTx/>
                <a:uFillTx/>
                <a:latin typeface="Gill Sans MT" panose="020B0502020104020203" pitchFamily="34" charset="0"/>
                <a:ea typeface="Arial"/>
                <a:cs typeface="Arial"/>
                <a:sym typeface="Arial"/>
              </a:rPr>
            </a:br>
            <a:r>
              <a:rPr kumimoji="0" lang="en-US" sz="6000" b="1" i="0" u="none" strike="noStrike" kern="1200" cap="none" spc="0" normalizeH="0" baseline="0" noProof="0">
                <a:ln>
                  <a:noFill/>
                </a:ln>
                <a:solidFill>
                  <a:schemeClr val="bg1"/>
                </a:solidFill>
                <a:effectLst/>
                <a:uLnTx/>
                <a:uFillTx/>
                <a:latin typeface="Gill Sans MT" panose="020B0502020104020203" pitchFamily="34" charset="0"/>
                <a:ea typeface="Arial"/>
                <a:cs typeface="Arial"/>
                <a:sym typeface="Arial"/>
              </a:rPr>
              <a:t>KEEP</a:t>
            </a:r>
            <a:br>
              <a:rPr kumimoji="0" lang="en-US" sz="6000" b="1" i="0" u="none" strike="noStrike" kern="1200" cap="none" spc="0" normalizeH="0" baseline="0" noProof="0">
                <a:ln>
                  <a:noFill/>
                </a:ln>
                <a:solidFill>
                  <a:schemeClr val="bg1"/>
                </a:solidFill>
                <a:effectLst/>
                <a:uLnTx/>
                <a:uFillTx/>
                <a:latin typeface="Gill Sans MT" panose="020B0502020104020203" pitchFamily="34" charset="0"/>
                <a:ea typeface="Arial"/>
                <a:cs typeface="Arial"/>
                <a:sym typeface="Arial"/>
              </a:rPr>
            </a:br>
            <a:r>
              <a:rPr kumimoji="0" lang="en-US" sz="6000" b="1" i="0" u="none" strike="noStrike" kern="1200" cap="none" spc="0" normalizeH="0" baseline="0" noProof="0">
                <a:ln>
                  <a:noFill/>
                </a:ln>
                <a:solidFill>
                  <a:schemeClr val="bg1"/>
                </a:solidFill>
                <a:effectLst/>
                <a:uLnTx/>
                <a:uFillTx/>
                <a:latin typeface="Gill Sans MT" panose="020B0502020104020203" pitchFamily="34" charset="0"/>
                <a:ea typeface="Arial"/>
                <a:cs typeface="Arial"/>
                <a:sym typeface="Arial"/>
              </a:rPr>
              <a:t>CALM</a:t>
            </a:r>
            <a:br>
              <a:rPr kumimoji="0" lang="en-US" sz="6000" b="1" i="0" u="none" strike="noStrike" kern="1200" cap="none" spc="0" normalizeH="0" baseline="0" noProof="0">
                <a:ln>
                  <a:noFill/>
                </a:ln>
                <a:solidFill>
                  <a:schemeClr val="bg1"/>
                </a:solidFill>
                <a:effectLst/>
                <a:uLnTx/>
                <a:uFillTx/>
                <a:latin typeface="Gill Sans MT" panose="020B0502020104020203" pitchFamily="34" charset="0"/>
                <a:ea typeface="Arial"/>
                <a:cs typeface="Arial"/>
                <a:sym typeface="Arial"/>
              </a:rPr>
            </a:br>
            <a:r>
              <a:rPr kumimoji="0" lang="en-US" sz="3000" b="1" i="0" u="none" strike="noStrike" kern="1200" cap="none" spc="0" normalizeH="0" baseline="0" noProof="0">
                <a:ln>
                  <a:noFill/>
                </a:ln>
                <a:solidFill>
                  <a:schemeClr val="bg1"/>
                </a:solidFill>
                <a:effectLst/>
                <a:uLnTx/>
                <a:uFillTx/>
                <a:latin typeface="Gill Sans MT" panose="020B0502020104020203" pitchFamily="34" charset="0"/>
                <a:ea typeface="Arial"/>
                <a:cs typeface="Arial"/>
                <a:sym typeface="Arial"/>
              </a:rPr>
              <a:t>AND</a:t>
            </a:r>
          </a:p>
          <a:p>
            <a:pPr marL="228600" marR="0" lvl="0" indent="0" algn="ctr" defTabSz="914400" rtl="0" eaLnBrk="1" fontAlgn="auto" latinLnBrk="0" hangingPunct="1">
              <a:lnSpc>
                <a:spcPct val="100000"/>
              </a:lnSpc>
              <a:spcBef>
                <a:spcPts val="800"/>
              </a:spcBef>
              <a:spcAft>
                <a:spcPts val="0"/>
              </a:spcAft>
              <a:buClr>
                <a:schemeClr val="dk1"/>
              </a:buClr>
              <a:buSzPts val="2800"/>
              <a:buFont typeface="Arial"/>
              <a:buNone/>
              <a:tabLst/>
              <a:defRPr/>
            </a:pPr>
            <a:r>
              <a:rPr kumimoji="0" lang="en-US" sz="6000" b="1" i="0" u="none" strike="noStrike" kern="1200" cap="none" spc="0" normalizeH="0" baseline="0" noProof="0">
                <a:ln>
                  <a:noFill/>
                </a:ln>
                <a:solidFill>
                  <a:schemeClr val="bg1"/>
                </a:solidFill>
                <a:effectLst/>
                <a:uLnTx/>
                <a:uFillTx/>
                <a:latin typeface="Gill Sans MT" panose="020B0502020104020203" pitchFamily="34" charset="0"/>
                <a:ea typeface="Arial"/>
                <a:cs typeface="Arial"/>
                <a:sym typeface="Arial"/>
              </a:rPr>
              <a:t>CARRY</a:t>
            </a:r>
          </a:p>
          <a:p>
            <a:pPr marL="228600" marR="0" lvl="0" indent="0" algn="ctr" defTabSz="914400" rtl="0" eaLnBrk="1" fontAlgn="auto" latinLnBrk="0" hangingPunct="1">
              <a:lnSpc>
                <a:spcPct val="100000"/>
              </a:lnSpc>
              <a:spcBef>
                <a:spcPts val="800"/>
              </a:spcBef>
              <a:spcAft>
                <a:spcPts val="0"/>
              </a:spcAft>
              <a:buClr>
                <a:schemeClr val="dk1"/>
              </a:buClr>
              <a:buSzPts val="2800"/>
              <a:buFont typeface="Arial"/>
              <a:buNone/>
              <a:tabLst/>
              <a:defRPr/>
            </a:pPr>
            <a:r>
              <a:rPr kumimoji="0" lang="en-US" sz="6000" b="1" i="0" u="none" strike="noStrike" kern="1200" cap="none" spc="0" normalizeH="0" baseline="0" noProof="0">
                <a:ln>
                  <a:noFill/>
                </a:ln>
                <a:solidFill>
                  <a:schemeClr val="bg1"/>
                </a:solidFill>
                <a:effectLst/>
                <a:uLnTx/>
                <a:uFillTx/>
                <a:latin typeface="Gill Sans MT" panose="020B0502020104020203" pitchFamily="34" charset="0"/>
                <a:ea typeface="Arial"/>
                <a:cs typeface="Arial"/>
                <a:sym typeface="Arial"/>
              </a:rPr>
              <a:t>ON</a:t>
            </a:r>
            <a:endParaRPr kumimoji="0" lang="en-FI" sz="6000" b="0" i="0" u="none" strike="noStrike" kern="1200" cap="none" spc="0" normalizeH="0" baseline="0" noProof="0">
              <a:ln>
                <a:noFill/>
              </a:ln>
              <a:solidFill>
                <a:schemeClr val="bg1"/>
              </a:solidFill>
              <a:effectLst/>
              <a:uLnTx/>
              <a:uFillTx/>
              <a:latin typeface="Gill Sans MT" panose="020B0502020104020203" pitchFamily="34" charset="0"/>
              <a:ea typeface="Arial"/>
              <a:cs typeface="Arial"/>
              <a:sym typeface="Arial"/>
            </a:endParaRPr>
          </a:p>
        </p:txBody>
      </p:sp>
      <p:pic>
        <p:nvPicPr>
          <p:cNvPr id="5" name="Graphic 4" descr="Brain with solid fill">
            <a:extLst>
              <a:ext uri="{FF2B5EF4-FFF2-40B4-BE49-F238E27FC236}">
                <a16:creationId xmlns:a16="http://schemas.microsoft.com/office/drawing/2014/main" id="{26D08B65-181A-3F7A-1515-76A222F2B2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69072" y="404813"/>
            <a:ext cx="1174088" cy="1174088"/>
          </a:xfrm>
          <a:prstGeom prst="rect">
            <a:avLst/>
          </a:prstGeom>
        </p:spPr>
      </p:pic>
      <p:sp>
        <p:nvSpPr>
          <p:cNvPr id="2" name="Date Placeholder 1">
            <a:extLst>
              <a:ext uri="{FF2B5EF4-FFF2-40B4-BE49-F238E27FC236}">
                <a16:creationId xmlns:a16="http://schemas.microsoft.com/office/drawing/2014/main" id="{B46EA98D-D26E-9A05-61BA-8ED75AA14C8C}"/>
              </a:ext>
            </a:extLst>
          </p:cNvPr>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Pts val="1400"/>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06.05.2026</a:t>
            </a:r>
            <a:endParaRPr kumimoji="0" lang="en-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Footer Placeholder 5">
            <a:extLst>
              <a:ext uri="{FF2B5EF4-FFF2-40B4-BE49-F238E27FC236}">
                <a16:creationId xmlns:a16="http://schemas.microsoft.com/office/drawing/2014/main" id="{57776220-AD9A-3B65-3DFD-4D2A758B6170}"/>
              </a:ext>
            </a:extLst>
          </p:cNvPr>
          <p:cNvSpPr>
            <a:spLocks noGrp="1"/>
          </p:cNvSpPr>
          <p:nvPr>
            <p:ph type="ftr" idx="11"/>
          </p:nvPr>
        </p:nvSpPr>
        <p:spPr/>
        <p:txBody>
          <a:bodyPr/>
          <a:lstStyle/>
          <a:p>
            <a:pPr marL="0" marR="0" lvl="0" indent="0" algn="r" defTabSz="914400" rtl="0" eaLnBrk="1" fontAlgn="auto" latinLnBrk="0" hangingPunct="1">
              <a:lnSpc>
                <a:spcPct val="100000"/>
              </a:lnSpc>
              <a:spcBef>
                <a:spcPts val="0"/>
              </a:spcBef>
              <a:spcAft>
                <a:spcPts val="0"/>
              </a:spcAft>
              <a:buClrTx/>
              <a:buSzPts val="1400"/>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(2026) CC-BY</a:t>
            </a:r>
          </a:p>
        </p:txBody>
      </p:sp>
    </p:spTree>
    <p:extLst>
      <p:ext uri="{BB962C8B-B14F-4D97-AF65-F5344CB8AC3E}">
        <p14:creationId xmlns:p14="http://schemas.microsoft.com/office/powerpoint/2010/main" val="24707227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2171A-C7DF-6881-C453-83C3E48F9BD6}"/>
              </a:ext>
            </a:extLst>
          </p:cNvPr>
          <p:cNvSpPr>
            <a:spLocks noGrp="1"/>
          </p:cNvSpPr>
          <p:nvPr>
            <p:ph type="title"/>
          </p:nvPr>
        </p:nvSpPr>
        <p:spPr/>
        <p:txBody>
          <a:bodyPr/>
          <a:lstStyle/>
          <a:p>
            <a:r>
              <a:rPr lang="en-US"/>
              <a:t>References</a:t>
            </a:r>
            <a:endParaRPr lang="en-FI"/>
          </a:p>
        </p:txBody>
      </p:sp>
      <p:sp>
        <p:nvSpPr>
          <p:cNvPr id="3" name="Date Placeholder 2">
            <a:extLst>
              <a:ext uri="{FF2B5EF4-FFF2-40B4-BE49-F238E27FC236}">
                <a16:creationId xmlns:a16="http://schemas.microsoft.com/office/drawing/2014/main" id="{BC36700B-FE56-1085-A218-A2DAF6D84616}"/>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06.05.2026</a:t>
            </a:r>
          </a:p>
        </p:txBody>
      </p:sp>
      <p:sp>
        <p:nvSpPr>
          <p:cNvPr id="4" name="Footer Placeholder 3">
            <a:extLst>
              <a:ext uri="{FF2B5EF4-FFF2-40B4-BE49-F238E27FC236}">
                <a16:creationId xmlns:a16="http://schemas.microsoft.com/office/drawing/2014/main" id="{1FC2C710-DDD3-D450-997F-036E4606C50D}"/>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(2026)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2C31EA2C-72AD-0F93-8934-74CCBF7A33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Text Placeholder 5">
            <a:extLst>
              <a:ext uri="{FF2B5EF4-FFF2-40B4-BE49-F238E27FC236}">
                <a16:creationId xmlns:a16="http://schemas.microsoft.com/office/drawing/2014/main" id="{063D333E-508E-E680-14C1-9B84815184CA}"/>
              </a:ext>
            </a:extLst>
          </p:cNvPr>
          <p:cNvSpPr>
            <a:spLocks noGrp="1"/>
          </p:cNvSpPr>
          <p:nvPr>
            <p:ph type="body" sz="quarter" idx="13"/>
          </p:nvPr>
        </p:nvSpPr>
        <p:spPr>
          <a:xfrm>
            <a:off x="407987" y="945360"/>
            <a:ext cx="11551784" cy="3671886"/>
          </a:xfrm>
        </p:spPr>
        <p:txBody>
          <a:bodyPr/>
          <a:lstStyle/>
          <a:p>
            <a:pPr>
              <a:spcBef>
                <a:spcPts val="0"/>
              </a:spcBef>
            </a:pPr>
            <a:r>
              <a:rPr lang="en-US" sz="1000" dirty="0"/>
              <a:t>ALLEA. (2023). The European Code of Conduct for Research Integrity (Revised edition 2023). ALLEA. </a:t>
            </a:r>
            <a:r>
              <a:rPr lang="en-US" sz="1000" dirty="0">
                <a:hlinkClick r:id="rId2"/>
              </a:rPr>
              <a:t>https://doi.org/10.26356/ECOC</a:t>
            </a:r>
            <a:endParaRPr lang="en-FI" sz="1000" dirty="0"/>
          </a:p>
          <a:p>
            <a:pPr>
              <a:spcBef>
                <a:spcPts val="0"/>
              </a:spcBef>
            </a:pPr>
            <a:r>
              <a:rPr lang="en-US" sz="1000" dirty="0"/>
              <a:t>Beauchamp, T. L., &amp; Childress, J. F. (2019). Principles of biomedical ethics (8th ed.). Oxford University Press.</a:t>
            </a:r>
            <a:endParaRPr lang="en-FI" sz="1000" dirty="0"/>
          </a:p>
          <a:p>
            <a:pPr>
              <a:spcBef>
                <a:spcPts val="0"/>
              </a:spcBef>
            </a:pPr>
            <a:r>
              <a:rPr lang="en-US" sz="1000" dirty="0"/>
              <a:t>Barker, M., Chue Hong, N. P., Katz, D. S., Lamprecht, A.-L., Martinez-Ortiz, C., </a:t>
            </a:r>
            <a:r>
              <a:rPr lang="en-US" sz="1000" dirty="0" err="1"/>
              <a:t>Psomopoulos</a:t>
            </a:r>
            <a:r>
              <a:rPr lang="en-US" sz="1000" dirty="0"/>
              <a:t>, F. E., Harrow, J., Castro, L. J., </a:t>
            </a:r>
            <a:r>
              <a:rPr lang="en-US" sz="1000" dirty="0" err="1"/>
              <a:t>Gruenpeter</a:t>
            </a:r>
            <a:r>
              <a:rPr lang="en-US" sz="1000" dirty="0"/>
              <a:t>, M., Martinez, P. A., Honeyman, T., et al. (2022). Introducing the FAIR Principles for research software. Scientific Data, 9, Article 622. </a:t>
            </a:r>
            <a:r>
              <a:rPr lang="en-US" sz="1000" dirty="0">
                <a:hlinkClick r:id="rId3"/>
              </a:rPr>
              <a:t>https://doi.org/10.1038/s41597-022-01710-x</a:t>
            </a:r>
            <a:endParaRPr lang="en-FI" sz="1000" dirty="0"/>
          </a:p>
          <a:p>
            <a:pPr>
              <a:spcBef>
                <a:spcPts val="0"/>
              </a:spcBef>
            </a:pPr>
            <a:r>
              <a:rPr lang="en-US" sz="1000" dirty="0"/>
              <a:t>Budapest Open Access Initiative. (2002). Budapest Open Access Initiative. </a:t>
            </a:r>
            <a:r>
              <a:rPr lang="en-US" sz="1000" dirty="0">
                <a:hlinkClick r:id="rId4"/>
              </a:rPr>
              <a:t>https://www.budapestopenaccessinitiative.org/read/</a:t>
            </a:r>
            <a:endParaRPr lang="en-FI" sz="1000" dirty="0"/>
          </a:p>
          <a:p>
            <a:pPr>
              <a:spcBef>
                <a:spcPts val="0"/>
              </a:spcBef>
            </a:pPr>
            <a:r>
              <a:rPr lang="en-US" sz="1000" dirty="0"/>
              <a:t>Center for Open Science. (2025). Transparency and Openness Promotion (TOP) Guidelines. </a:t>
            </a:r>
            <a:r>
              <a:rPr lang="en-US" sz="1000" dirty="0">
                <a:hlinkClick r:id="rId5"/>
              </a:rPr>
              <a:t>https://www.cos.io/initiatives/top-guidelines</a:t>
            </a:r>
            <a:endParaRPr lang="en-FI" sz="1000" dirty="0"/>
          </a:p>
          <a:p>
            <a:pPr>
              <a:spcBef>
                <a:spcPts val="0"/>
              </a:spcBef>
            </a:pPr>
            <a:r>
              <a:rPr lang="en-US" sz="1000" dirty="0"/>
              <a:t>Cooper, A. F., </a:t>
            </a:r>
            <a:r>
              <a:rPr lang="en-US" sz="1000" dirty="0" err="1"/>
              <a:t>Gokaslan</a:t>
            </a:r>
            <a:r>
              <a:rPr lang="en-US" sz="1000" dirty="0"/>
              <a:t>, A., Ahmed, A., Cyphert, A. B., De Sa, C., Lemley, M. A., Ho, D. E., &amp; Liang, P. (2025). Extracting memorized pieces of (copyrighted) books from open-weight language models. </a:t>
            </a:r>
            <a:r>
              <a:rPr lang="en-US" sz="1000" dirty="0" err="1"/>
              <a:t>arXiv</a:t>
            </a:r>
            <a:r>
              <a:rPr lang="en-US" sz="1000" dirty="0"/>
              <a:t>. </a:t>
            </a:r>
            <a:r>
              <a:rPr lang="en-US" sz="1000" dirty="0">
                <a:hlinkClick r:id="rId6"/>
              </a:rPr>
              <a:t>https://doi.org/10.48550/arXiv.2505.12546</a:t>
            </a:r>
            <a:endParaRPr lang="en-FI" sz="1000" dirty="0"/>
          </a:p>
          <a:p>
            <a:pPr>
              <a:spcBef>
                <a:spcPts val="0"/>
              </a:spcBef>
            </a:pPr>
            <a:r>
              <a:rPr lang="en-US" sz="1000" dirty="0"/>
              <a:t>Cui, J., &amp; Alexander, R. (2026). Same prompt, different outcomes: Evaluating the reproducibility of data analysis by LLMs. </a:t>
            </a:r>
            <a:r>
              <a:rPr lang="en-US" sz="1000" dirty="0" err="1"/>
              <a:t>arXiv</a:t>
            </a:r>
            <a:r>
              <a:rPr lang="en-US" sz="1000" dirty="0"/>
              <a:t>. </a:t>
            </a:r>
            <a:r>
              <a:rPr lang="en-US" sz="1000" dirty="0">
                <a:hlinkClick r:id="rId7"/>
              </a:rPr>
              <a:t>https://doi.org/10.48550/arXiv.2602.14349</a:t>
            </a:r>
            <a:endParaRPr lang="en-FI" sz="1000" dirty="0"/>
          </a:p>
          <a:p>
            <a:pPr>
              <a:spcBef>
                <a:spcPts val="0"/>
              </a:spcBef>
            </a:pPr>
            <a:r>
              <a:rPr lang="en-US" sz="1000" dirty="0"/>
              <a:t>European Data Protection Board. (2025). Fundamentals of Secure AI Systems with Personal Data (E. Glerean, Author). </a:t>
            </a:r>
            <a:r>
              <a:rPr lang="en-US" sz="1000" dirty="0">
                <a:hlinkClick r:id="rId8"/>
              </a:rPr>
              <a:t>https://www.edpb.europa.eu/our-work-tools/our-documents/support-pool-experts-projects/fundamentals-secure-ai-systems-personal_en</a:t>
            </a:r>
            <a:endParaRPr lang="en-FI" sz="1000" dirty="0"/>
          </a:p>
          <a:p>
            <a:pPr>
              <a:spcBef>
                <a:spcPts val="0"/>
              </a:spcBef>
            </a:pPr>
            <a:r>
              <a:rPr lang="en-US" sz="1000" dirty="0"/>
              <a:t>Glerean, E., &amp; Silva, P. E. S. (2023). Artificial Intelligence and Research Work [Slides]. </a:t>
            </a:r>
            <a:r>
              <a:rPr lang="en-US" sz="1000" dirty="0" err="1"/>
              <a:t>Zenodo</a:t>
            </a:r>
            <a:r>
              <a:rPr lang="en-US" sz="1000" dirty="0"/>
              <a:t>. </a:t>
            </a:r>
            <a:r>
              <a:rPr lang="en-US" sz="1000" dirty="0">
                <a:hlinkClick r:id="rId9"/>
              </a:rPr>
              <a:t>https://doi.org/10.5281/zenodo.8413164</a:t>
            </a:r>
            <a:endParaRPr lang="en-FI" sz="1000" dirty="0"/>
          </a:p>
          <a:p>
            <a:pPr>
              <a:spcBef>
                <a:spcPts val="0"/>
              </a:spcBef>
            </a:pPr>
            <a:r>
              <a:rPr lang="en-US" sz="1000" dirty="0"/>
              <a:t>Keiski, R., Hämäläinen, K., Karhunen, M., Löfström, E., </a:t>
            </a:r>
            <a:r>
              <a:rPr lang="en-US" sz="1000" dirty="0" err="1"/>
              <a:t>Näreaho</a:t>
            </a:r>
            <a:r>
              <a:rPr lang="en-US" sz="1000" dirty="0"/>
              <a:t>, S., </a:t>
            </a:r>
            <a:r>
              <a:rPr lang="en-US" sz="1000" dirty="0" err="1"/>
              <a:t>Varantola</a:t>
            </a:r>
            <a:r>
              <a:rPr lang="en-US" sz="1000" dirty="0"/>
              <a:t>, K., Spoof, S. K., Tarkiainen, T., Kaila, E., &amp; </a:t>
            </a:r>
            <a:r>
              <a:rPr lang="en-US" sz="1000" dirty="0" err="1"/>
              <a:t>Aittasalo</a:t>
            </a:r>
            <a:r>
              <a:rPr lang="en-US" sz="1000" dirty="0"/>
              <a:t>, M. (Eds.). (2023). The Finnish code of conduct for research integrity and procedures for handling alleged violations of research integrity in Finland 2023. Finnish National Board on Research Integrity TENK. </a:t>
            </a:r>
            <a:r>
              <a:rPr lang="en-US" sz="1000" dirty="0">
                <a:hlinkClick r:id="rId10"/>
              </a:rPr>
              <a:t>https://tenk.fi/sites/default/files/2023-05/RI_Guidelines_2023.pdf</a:t>
            </a:r>
            <a:endParaRPr lang="en-FI" sz="1000" dirty="0"/>
          </a:p>
          <a:p>
            <a:pPr>
              <a:spcBef>
                <a:spcPts val="0"/>
              </a:spcBef>
            </a:pPr>
            <a:r>
              <a:rPr lang="en-US" sz="1000" dirty="0"/>
              <a:t>Laban, P., Schnabel, T., &amp; Neville, J. (2026). LLMs corrupt your documents when you delegate. </a:t>
            </a:r>
            <a:r>
              <a:rPr lang="en-US" sz="1000" dirty="0" err="1"/>
              <a:t>arXiv</a:t>
            </a:r>
            <a:r>
              <a:rPr lang="en-US" sz="1000" dirty="0"/>
              <a:t>. </a:t>
            </a:r>
            <a:r>
              <a:rPr lang="en-US" sz="1000" dirty="0">
                <a:hlinkClick r:id="rId11"/>
              </a:rPr>
              <a:t>https://doi.org/10.48550/arXiv.2604.15597</a:t>
            </a:r>
            <a:endParaRPr lang="en-FI" sz="1000" dirty="0"/>
          </a:p>
          <a:p>
            <a:pPr>
              <a:spcBef>
                <a:spcPts val="0"/>
              </a:spcBef>
            </a:pPr>
            <a:r>
              <a:rPr lang="en-US" sz="1000" dirty="0"/>
              <a:t>Lee, H.-P. H., Sarkar, A., </a:t>
            </a:r>
            <a:r>
              <a:rPr lang="en-US" sz="1000" dirty="0" err="1"/>
              <a:t>Tankelevitch</a:t>
            </a:r>
            <a:r>
              <a:rPr lang="en-US" sz="1000" dirty="0"/>
              <a:t>, L., Drosos, I., Rintel, S., Banks, R., &amp; Wilson, N. (2025). The impact of generative AI on critical thinking: Self-reported reductions in cognitive effort and confidence effects from a survey of knowledge workers. In Proceedings of the 2025 CHI Conference on Human Factors in Computing Systems (Article 1121, pp. 1-22). ACM. </a:t>
            </a:r>
            <a:r>
              <a:rPr lang="en-US" sz="1000" dirty="0">
                <a:hlinkClick r:id="rId12"/>
              </a:rPr>
              <a:t>https://doi.org/10.1145/3706598.3713778</a:t>
            </a:r>
            <a:endParaRPr lang="en-FI" sz="1000" dirty="0"/>
          </a:p>
          <a:p>
            <a:pPr>
              <a:spcBef>
                <a:spcPts val="0"/>
              </a:spcBef>
            </a:pPr>
            <a:r>
              <a:rPr lang="en-US" sz="1000" dirty="0"/>
              <a:t>Muthanna, A., Chaaban, Y., &amp; Qadhi, S. (2024). A model of the interrelationship between research ethics and research integrity. International Journal of Qualitative Studies on Health and Well-being, 19(1), Article 2295151. </a:t>
            </a:r>
            <a:r>
              <a:rPr lang="en-US" sz="1000" dirty="0">
                <a:hlinkClick r:id="rId13"/>
              </a:rPr>
              <a:t>https://doi.org/10.1080/17482631.2023.2295151</a:t>
            </a:r>
            <a:endParaRPr lang="en-FI" sz="1000" dirty="0"/>
          </a:p>
          <a:p>
            <a:pPr>
              <a:spcBef>
                <a:spcPts val="0"/>
              </a:spcBef>
            </a:pPr>
            <a:r>
              <a:rPr lang="en-US" sz="1000" dirty="0"/>
              <a:t>Naddaf, M., &amp; Quill, E. (2026). Hallucinated citations are polluting the scientific literature. What can be done? Nature, 652(8108), 26-29. </a:t>
            </a:r>
            <a:r>
              <a:rPr lang="en-US" sz="1000" dirty="0">
                <a:hlinkClick r:id="rId14"/>
              </a:rPr>
              <a:t>https://doi.org/10.1038/d41586-026-00969-z</a:t>
            </a:r>
            <a:endParaRPr lang="en-FI" sz="1000" dirty="0"/>
          </a:p>
          <a:p>
            <a:pPr>
              <a:spcBef>
                <a:spcPts val="0"/>
              </a:spcBef>
            </a:pPr>
            <a:r>
              <a:rPr lang="en-US" sz="1000" dirty="0"/>
              <a:t>Nosek, B. A., Alter, G., Banks, G. C., Borsboom, D., Bowman, S. D., Breckler, S. J., Buck, S., Chambers, C. D., Chin, G., Christensen, G., Contestabile, M., Dafoe, A., Eich, E., Freese, J., </a:t>
            </a:r>
            <a:r>
              <a:rPr lang="en-US" sz="1000" dirty="0" err="1"/>
              <a:t>Glennerster</a:t>
            </a:r>
            <a:r>
              <a:rPr lang="en-US" sz="1000" dirty="0"/>
              <a:t>, R., Goroff, D., Green, D. P., Hesse, B., Humphreys, M., ... Yarkoni, T. (2015). Promoting an open research culture. Science, 348(6242), 1422-1425. </a:t>
            </a:r>
            <a:r>
              <a:rPr lang="en-US" sz="1000" dirty="0">
                <a:hlinkClick r:id="rId15"/>
              </a:rPr>
              <a:t>https://doi.org/10.1126/science.aab2374</a:t>
            </a:r>
            <a:endParaRPr lang="en-FI" sz="1000" dirty="0"/>
          </a:p>
          <a:p>
            <a:pPr>
              <a:spcBef>
                <a:spcPts val="0"/>
              </a:spcBef>
            </a:pPr>
            <a:r>
              <a:rPr lang="en-US" sz="1000" dirty="0"/>
              <a:t>Orgad, H., Toker, M., </a:t>
            </a:r>
            <a:r>
              <a:rPr lang="en-US" sz="1000" dirty="0" err="1"/>
              <a:t>Gekhman</a:t>
            </a:r>
            <a:r>
              <a:rPr lang="en-US" sz="1000" dirty="0"/>
              <a:t>, Z., Reichart, R., Szpektor, I., Kotek, H., &amp; Belinkov, Y. (2024). LLMs know more than they show: On the intrinsic representation of LLM hallucinations. </a:t>
            </a:r>
            <a:r>
              <a:rPr lang="en-US" sz="1000" dirty="0" err="1"/>
              <a:t>arXiv</a:t>
            </a:r>
            <a:r>
              <a:rPr lang="en-US" sz="1000" dirty="0"/>
              <a:t>. </a:t>
            </a:r>
            <a:r>
              <a:rPr lang="en-US" sz="1000" dirty="0">
                <a:hlinkClick r:id="rId16"/>
              </a:rPr>
              <a:t>https://doi.org/10.48550/arXiv.2410.02707</a:t>
            </a:r>
            <a:endParaRPr lang="en-FI" sz="1000" dirty="0"/>
          </a:p>
          <a:p>
            <a:pPr>
              <a:spcBef>
                <a:spcPts val="0"/>
              </a:spcBef>
            </a:pPr>
            <a:r>
              <a:rPr lang="en-US" sz="1000" dirty="0"/>
              <a:t>Research Data Management Kit. (n.d.). Data life cycle. ELIXIR. </a:t>
            </a:r>
            <a:r>
              <a:rPr lang="en-US" sz="1000" dirty="0">
                <a:hlinkClick r:id="rId17"/>
              </a:rPr>
              <a:t>https://rdmkit.elixir-europe.org/data_life_cycle</a:t>
            </a:r>
            <a:endParaRPr lang="en-FI" sz="1000" dirty="0"/>
          </a:p>
          <a:p>
            <a:pPr>
              <a:spcBef>
                <a:spcPts val="0"/>
              </a:spcBef>
            </a:pPr>
            <a:r>
              <a:rPr lang="en-US" sz="1000" dirty="0"/>
              <a:t>Schilke, O., &amp; Reimann, M. (2025). The transparency dilemma: How AI disclosure erodes trust. Organizational Behavior and Human Decision Processes, 188, Article 104405. </a:t>
            </a:r>
            <a:r>
              <a:rPr lang="en-US" sz="1000" dirty="0">
                <a:hlinkClick r:id="rId18"/>
              </a:rPr>
              <a:t>https://doi.org/10.1016/j.obhdp.2025.104405</a:t>
            </a:r>
            <a:endParaRPr lang="en-FI" sz="1000" dirty="0"/>
          </a:p>
          <a:p>
            <a:pPr>
              <a:spcBef>
                <a:spcPts val="0"/>
              </a:spcBef>
            </a:pPr>
            <a:r>
              <a:rPr lang="en-US" sz="1000" dirty="0"/>
              <a:t>Wilkinson, M. D., Dumontier, M., </a:t>
            </a:r>
            <a:r>
              <a:rPr lang="en-US" sz="1000" dirty="0" err="1"/>
              <a:t>Aalbersberg</a:t>
            </a:r>
            <a:r>
              <a:rPr lang="en-US" sz="1000" dirty="0"/>
              <a:t>, I. J., Appleton, G., Axton, M., Baak, A., Blomberg, N., </a:t>
            </a:r>
            <a:r>
              <a:rPr lang="en-US" sz="1000" dirty="0" err="1"/>
              <a:t>Boiten</a:t>
            </a:r>
            <a:r>
              <a:rPr lang="en-US" sz="1000" dirty="0"/>
              <a:t>, J. W., da Silva Santos, L. B., Bourne, P. E., Bouwman, J., Brookes, A. J., Clark, T., </a:t>
            </a:r>
            <a:r>
              <a:rPr lang="en-US" sz="1000" dirty="0" err="1"/>
              <a:t>Crosas</a:t>
            </a:r>
            <a:r>
              <a:rPr lang="en-US" sz="1000" dirty="0"/>
              <a:t>, M., Dillo, I., Dumon, O., Edmunds, S., Evelo, C. T., </a:t>
            </a:r>
            <a:r>
              <a:rPr lang="en-US" sz="1000" dirty="0" err="1"/>
              <a:t>Finkers</a:t>
            </a:r>
            <a:r>
              <a:rPr lang="en-US" sz="1000" dirty="0"/>
              <a:t>, R., ... Mons, B. (2016). The FAIR Guiding Principles for scientific data management and stewardship. Scientific Data, 3, Article 160018. </a:t>
            </a:r>
            <a:r>
              <a:rPr lang="en-US" sz="1000" dirty="0">
                <a:hlinkClick r:id="rId19"/>
              </a:rPr>
              <a:t>https://doi.org/10.1038/sdata.2016.18</a:t>
            </a:r>
            <a:endParaRPr lang="en-FI" sz="1000" dirty="0"/>
          </a:p>
        </p:txBody>
      </p:sp>
    </p:spTree>
    <p:extLst>
      <p:ext uri="{BB962C8B-B14F-4D97-AF65-F5344CB8AC3E}">
        <p14:creationId xmlns:p14="http://schemas.microsoft.com/office/powerpoint/2010/main" val="4243499352"/>
      </p:ext>
    </p:extLst>
  </p:cSld>
  <p:clrMapOvr>
    <a:masterClrMapping/>
  </p:clrMapOvr>
</p:sld>
</file>

<file path=ppt/theme/theme1.xml><?xml version="1.0" encoding="utf-8"?>
<a:theme xmlns:a="http://schemas.openxmlformats.org/drawingml/2006/main" name="2_Aalto - Content Slides">
  <a:themeElements>
    <a:clrScheme name="AALTO university">
      <a:dk1>
        <a:sysClr val="windowText" lastClr="000000"/>
      </a:dk1>
      <a:lt1>
        <a:sysClr val="window" lastClr="FFFFFF"/>
      </a:lt1>
      <a:dk2>
        <a:srgbClr val="B4B4B4"/>
      </a:dk2>
      <a:lt2>
        <a:srgbClr val="E8E8E8"/>
      </a:lt2>
      <a:accent1>
        <a:srgbClr val="F7E159"/>
      </a:accent1>
      <a:accent2>
        <a:srgbClr val="FD6360"/>
      </a:accent2>
      <a:accent3>
        <a:srgbClr val="46A5FF"/>
      </a:accent3>
      <a:accent4>
        <a:srgbClr val="5A5A5A"/>
      </a:accent4>
      <a:accent5>
        <a:srgbClr val="A0A0A0"/>
      </a:accent5>
      <a:accent6>
        <a:srgbClr val="DCDCDC"/>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sz="1600" dirty="0" err="1" smtClean="0">
            <a:solidFill>
              <a:schemeClr val="tx1"/>
            </a:solidFill>
            <a:latin typeface="+mj-lt"/>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1600" dirty="0" err="1" smtClean="0">
            <a:latin typeface="+mj-lt"/>
          </a:defRPr>
        </a:defPPr>
      </a:lstStyle>
    </a:txDef>
  </a:objectDefaults>
  <a:extraClrSchemeLst/>
  <a:extLst>
    <a:ext uri="{05A4C25C-085E-4340-85A3-A5531E510DB2}">
      <thm15:themeFamily xmlns:thm15="http://schemas.microsoft.com/office/thememl/2012/main" name="aalto.potx" id="{F9E86875-D364-48FA-9E1B-F7B913266944}" vid="{41A42B11-F317-4DB3-A748-34F4E4EBD069}"/>
    </a:ext>
  </a:extLst>
</a:theme>
</file>

<file path=ppt/theme/theme2.xml><?xml version="1.0" encoding="utf-8"?>
<a:theme xmlns:a="http://schemas.openxmlformats.org/drawingml/2006/main" name="1_Aalto - Title Slides">
  <a:themeElements>
    <a:clrScheme name="AALTO university">
      <a:dk1>
        <a:sysClr val="windowText" lastClr="000000"/>
      </a:dk1>
      <a:lt1>
        <a:sysClr val="window" lastClr="FFFFFF"/>
      </a:lt1>
      <a:dk2>
        <a:srgbClr val="B4B4B4"/>
      </a:dk2>
      <a:lt2>
        <a:srgbClr val="E8E8E8"/>
      </a:lt2>
      <a:accent1>
        <a:srgbClr val="F7E159"/>
      </a:accent1>
      <a:accent2>
        <a:srgbClr val="FD6360"/>
      </a:accent2>
      <a:accent3>
        <a:srgbClr val="46A5FF"/>
      </a:accent3>
      <a:accent4>
        <a:srgbClr val="5A5A5A"/>
      </a:accent4>
      <a:accent5>
        <a:srgbClr val="A0A0A0"/>
      </a:accent5>
      <a:accent6>
        <a:srgbClr val="DCDCDC"/>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sz="1600" dirty="0" err="1" smtClean="0">
            <a:solidFill>
              <a:schemeClr val="tx1"/>
            </a:solidFill>
            <a:latin typeface="+mj-lt"/>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1600" dirty="0" err="1" smtClean="0">
            <a:latin typeface="+mj-lt"/>
          </a:defRPr>
        </a:defPPr>
      </a:lstStyle>
    </a:txDef>
  </a:objectDefaults>
  <a:extraClrSchemeLst/>
  <a:extLst>
    <a:ext uri="{05A4C25C-085E-4340-85A3-A5531E510DB2}">
      <thm15:themeFamily xmlns:thm15="http://schemas.microsoft.com/office/thememl/2012/main" name="aalto_15v (004).potx" id="{01925C0B-82A9-43AC-9AAC-091506EA8D00}" vid="{9D54D394-C1CD-43B8-B114-93C157E68C48}"/>
    </a:ext>
  </a:extLst>
</a:theme>
</file>

<file path=ppt/theme/theme3.xml><?xml version="1.0" encoding="utf-8"?>
<a:theme xmlns:a="http://schemas.openxmlformats.org/drawingml/2006/main" name="1_Aalto - Content Slides">
  <a:themeElements>
    <a:clrScheme name="AALTO university">
      <a:dk1>
        <a:sysClr val="windowText" lastClr="000000"/>
      </a:dk1>
      <a:lt1>
        <a:sysClr val="window" lastClr="FFFFFF"/>
      </a:lt1>
      <a:dk2>
        <a:srgbClr val="B4B4B4"/>
      </a:dk2>
      <a:lt2>
        <a:srgbClr val="E8E8E8"/>
      </a:lt2>
      <a:accent1>
        <a:srgbClr val="F7E159"/>
      </a:accent1>
      <a:accent2>
        <a:srgbClr val="FD6360"/>
      </a:accent2>
      <a:accent3>
        <a:srgbClr val="46A5FF"/>
      </a:accent3>
      <a:accent4>
        <a:srgbClr val="5A5A5A"/>
      </a:accent4>
      <a:accent5>
        <a:srgbClr val="A0A0A0"/>
      </a:accent5>
      <a:accent6>
        <a:srgbClr val="DCDCDC"/>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sz="1600" dirty="0" err="1" smtClean="0">
            <a:solidFill>
              <a:schemeClr val="tx1"/>
            </a:solidFill>
            <a:latin typeface="+mj-lt"/>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1600" dirty="0" err="1" smtClean="0">
            <a:latin typeface="+mj-lt"/>
          </a:defRPr>
        </a:defPPr>
      </a:lstStyle>
    </a:txDef>
  </a:objectDefaults>
  <a:extraClrSchemeLst/>
  <a:extLst>
    <a:ext uri="{05A4C25C-085E-4340-85A3-A5531E510DB2}">
      <thm15:themeFamily xmlns:thm15="http://schemas.microsoft.com/office/thememl/2012/main" name="aalto_15v (004).potx" id="{01925C0B-82A9-43AC-9AAC-091506EA8D00}" vid="{8F0AC881-1956-4DB4-9B33-269602797468}"/>
    </a:ext>
  </a:extLst>
</a:theme>
</file>

<file path=ppt/theme/theme4.xml><?xml version="1.0" encoding="utf-8"?>
<a:theme xmlns:a="http://schemas.openxmlformats.org/drawingml/2006/main" name="1_Aalto - Divider Slides">
  <a:themeElements>
    <a:clrScheme name="AALTO university">
      <a:dk1>
        <a:sysClr val="windowText" lastClr="000000"/>
      </a:dk1>
      <a:lt1>
        <a:sysClr val="window" lastClr="FFFFFF"/>
      </a:lt1>
      <a:dk2>
        <a:srgbClr val="B4B4B4"/>
      </a:dk2>
      <a:lt2>
        <a:srgbClr val="E8E8E8"/>
      </a:lt2>
      <a:accent1>
        <a:srgbClr val="F7E159"/>
      </a:accent1>
      <a:accent2>
        <a:srgbClr val="FD6360"/>
      </a:accent2>
      <a:accent3>
        <a:srgbClr val="46A5FF"/>
      </a:accent3>
      <a:accent4>
        <a:srgbClr val="5A5A5A"/>
      </a:accent4>
      <a:accent5>
        <a:srgbClr val="A0A0A0"/>
      </a:accent5>
      <a:accent6>
        <a:srgbClr val="DCDCDC"/>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sz="1600" dirty="0" err="1" smtClean="0">
            <a:solidFill>
              <a:schemeClr val="tx1"/>
            </a:solidFill>
            <a:latin typeface="+mj-lt"/>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1600" dirty="0" err="1" smtClean="0">
            <a:latin typeface="+mj-lt"/>
          </a:defRPr>
        </a:defPPr>
      </a:lstStyle>
    </a:txDef>
  </a:objectDefaults>
  <a:extraClrSchemeLst/>
  <a:extLst>
    <a:ext uri="{05A4C25C-085E-4340-85A3-A5531E510DB2}">
      <thm15:themeFamily xmlns:thm15="http://schemas.microsoft.com/office/thememl/2012/main" name="aalto_15v (004).potx" id="{01925C0B-82A9-43AC-9AAC-091506EA8D00}" vid="{43322704-E284-42F9-9CCD-6D102FC9B6D4}"/>
    </a:ext>
  </a:extLst>
</a:theme>
</file>

<file path=ppt/theme/theme5.xml><?xml version="1.0" encoding="utf-8"?>
<a:theme xmlns:a="http://schemas.openxmlformats.org/drawingml/2006/main" name="Aalto - Title Slides">
  <a:themeElements>
    <a:clrScheme name="AALTO university">
      <a:dk1>
        <a:sysClr val="windowText" lastClr="000000"/>
      </a:dk1>
      <a:lt1>
        <a:sysClr val="window" lastClr="FFFFFF"/>
      </a:lt1>
      <a:dk2>
        <a:srgbClr val="B4B4B4"/>
      </a:dk2>
      <a:lt2>
        <a:srgbClr val="E8E8E8"/>
      </a:lt2>
      <a:accent1>
        <a:srgbClr val="F7E159"/>
      </a:accent1>
      <a:accent2>
        <a:srgbClr val="FD6360"/>
      </a:accent2>
      <a:accent3>
        <a:srgbClr val="46A5FF"/>
      </a:accent3>
      <a:accent4>
        <a:srgbClr val="5A5A5A"/>
      </a:accent4>
      <a:accent5>
        <a:srgbClr val="A0A0A0"/>
      </a:accent5>
      <a:accent6>
        <a:srgbClr val="DCDCDC"/>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sz="1600" dirty="0" err="1" smtClean="0">
            <a:solidFill>
              <a:schemeClr val="tx1"/>
            </a:solidFill>
            <a:latin typeface="+mj-lt"/>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1600" dirty="0" err="1" smtClean="0">
            <a:latin typeface="+mj-lt"/>
          </a:defRPr>
        </a:defPPr>
      </a:lstStyle>
    </a:txDef>
  </a:objectDefaults>
  <a:extraClrSchemeLst/>
  <a:extLst>
    <a:ext uri="{05A4C25C-085E-4340-85A3-A5531E510DB2}">
      <thm15:themeFamily xmlns:thm15="http://schemas.microsoft.com/office/thememl/2012/main" name="aalto.potx" id="{F9E86875-D364-48FA-9E1B-F7B913266944}" vid="{A1127AD8-481F-4829-92FB-299BD72D15FC}"/>
    </a:ext>
  </a:extLst>
</a:theme>
</file>

<file path=ppt/theme/theme6.xml><?xml version="1.0" encoding="utf-8"?>
<a:theme xmlns:a="http://schemas.openxmlformats.org/drawingml/2006/main" name="Aalto - Content Slides">
  <a:themeElements>
    <a:clrScheme name="AALTO university">
      <a:dk1>
        <a:sysClr val="windowText" lastClr="000000"/>
      </a:dk1>
      <a:lt1>
        <a:sysClr val="window" lastClr="FFFFFF"/>
      </a:lt1>
      <a:dk2>
        <a:srgbClr val="B4B4B4"/>
      </a:dk2>
      <a:lt2>
        <a:srgbClr val="E8E8E8"/>
      </a:lt2>
      <a:accent1>
        <a:srgbClr val="F7E159"/>
      </a:accent1>
      <a:accent2>
        <a:srgbClr val="FD6360"/>
      </a:accent2>
      <a:accent3>
        <a:srgbClr val="46A5FF"/>
      </a:accent3>
      <a:accent4>
        <a:srgbClr val="5A5A5A"/>
      </a:accent4>
      <a:accent5>
        <a:srgbClr val="A0A0A0"/>
      </a:accent5>
      <a:accent6>
        <a:srgbClr val="DCDCDC"/>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sz="1600" dirty="0" err="1" smtClean="0">
            <a:solidFill>
              <a:schemeClr val="tx1"/>
            </a:solidFill>
            <a:latin typeface="+mj-lt"/>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1600" dirty="0" err="1" smtClean="0">
            <a:latin typeface="+mj-lt"/>
          </a:defRPr>
        </a:defPPr>
      </a:lstStyle>
    </a:txDef>
  </a:objectDefaults>
  <a:extraClrSchemeLst/>
  <a:extLst>
    <a:ext uri="{05A4C25C-085E-4340-85A3-A5531E510DB2}">
      <thm15:themeFamily xmlns:thm15="http://schemas.microsoft.com/office/thememl/2012/main" name="aalto.potx" id="{F9E86875-D364-48FA-9E1B-F7B913266944}" vid="{41A42B11-F317-4DB3-A748-34F4E4EBD069}"/>
    </a:ext>
  </a:extLst>
</a:theme>
</file>

<file path=ppt/theme/theme7.xml><?xml version="1.0" encoding="utf-8"?>
<a:theme xmlns:a="http://schemas.openxmlformats.org/drawingml/2006/main" name="Aalto - Divider Slides">
  <a:themeElements>
    <a:clrScheme name="AALTO university">
      <a:dk1>
        <a:sysClr val="windowText" lastClr="000000"/>
      </a:dk1>
      <a:lt1>
        <a:sysClr val="window" lastClr="FFFFFF"/>
      </a:lt1>
      <a:dk2>
        <a:srgbClr val="B4B4B4"/>
      </a:dk2>
      <a:lt2>
        <a:srgbClr val="E8E8E8"/>
      </a:lt2>
      <a:accent1>
        <a:srgbClr val="F7E159"/>
      </a:accent1>
      <a:accent2>
        <a:srgbClr val="FD6360"/>
      </a:accent2>
      <a:accent3>
        <a:srgbClr val="46A5FF"/>
      </a:accent3>
      <a:accent4>
        <a:srgbClr val="5A5A5A"/>
      </a:accent4>
      <a:accent5>
        <a:srgbClr val="A0A0A0"/>
      </a:accent5>
      <a:accent6>
        <a:srgbClr val="DCDCDC"/>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sz="1600" dirty="0" err="1" smtClean="0">
            <a:solidFill>
              <a:schemeClr val="tx1"/>
            </a:solidFill>
            <a:latin typeface="+mj-lt"/>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1600" dirty="0" err="1" smtClean="0">
            <a:latin typeface="+mj-lt"/>
          </a:defRPr>
        </a:defPPr>
      </a:lstStyle>
    </a:txDef>
  </a:objectDefaults>
  <a:extraClrSchemeLst/>
  <a:extLst>
    <a:ext uri="{05A4C25C-085E-4340-85A3-A5531E510DB2}">
      <thm15:themeFamily xmlns:thm15="http://schemas.microsoft.com/office/thememl/2012/main" name="aalto.potx" id="{F9E86875-D364-48FA-9E1B-F7B913266944}" vid="{603CC98E-A006-40FD-9023-401377221454}"/>
    </a:ext>
  </a:extLst>
</a:theme>
</file>

<file path=ppt/theme/theme8.xml><?xml version="1.0" encoding="utf-8"?>
<a:theme xmlns:a="http://schemas.openxmlformats.org/drawingml/2006/main" name="Aalto - Picture Content Slides">
  <a:themeElements>
    <a:clrScheme name="AALTO university">
      <a:dk1>
        <a:sysClr val="windowText" lastClr="000000"/>
      </a:dk1>
      <a:lt1>
        <a:sysClr val="window" lastClr="FFFFFF"/>
      </a:lt1>
      <a:dk2>
        <a:srgbClr val="B4B4B4"/>
      </a:dk2>
      <a:lt2>
        <a:srgbClr val="E8E8E8"/>
      </a:lt2>
      <a:accent1>
        <a:srgbClr val="F7E159"/>
      </a:accent1>
      <a:accent2>
        <a:srgbClr val="FD6360"/>
      </a:accent2>
      <a:accent3>
        <a:srgbClr val="46A5FF"/>
      </a:accent3>
      <a:accent4>
        <a:srgbClr val="5A5A5A"/>
      </a:accent4>
      <a:accent5>
        <a:srgbClr val="A0A0A0"/>
      </a:accent5>
      <a:accent6>
        <a:srgbClr val="DCDCDC"/>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sz="1600" dirty="0" err="1" smtClean="0">
            <a:solidFill>
              <a:schemeClr val="tx1"/>
            </a:solidFill>
            <a:latin typeface="+mj-lt"/>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1600" dirty="0" err="1" smtClean="0">
            <a:latin typeface="+mj-lt"/>
          </a:defRPr>
        </a:defPPr>
      </a:lstStyle>
    </a:txDef>
  </a:objectDefaults>
  <a:extraClrSchemeLst/>
  <a:extLst>
    <a:ext uri="{05A4C25C-085E-4340-85A3-A5531E510DB2}">
      <thm15:themeFamily xmlns:thm15="http://schemas.microsoft.com/office/thememl/2012/main" name="aalto.potx" id="{F9E86875-D364-48FA-9E1B-F7B913266944}" vid="{88C48B4E-76E9-441C-9D62-9A63445836BA}"/>
    </a:ext>
  </a:extLst>
</a:theme>
</file>

<file path=ppt/theme/theme9.xml><?xml version="1.0" encoding="utf-8"?>
<a:theme xmlns:a="http://schemas.openxmlformats.org/drawingml/2006/main" name="Aalto - Custom Content Slides">
  <a:themeElements>
    <a:clrScheme name="AALTO university">
      <a:dk1>
        <a:sysClr val="windowText" lastClr="000000"/>
      </a:dk1>
      <a:lt1>
        <a:sysClr val="window" lastClr="FFFFFF"/>
      </a:lt1>
      <a:dk2>
        <a:srgbClr val="B4B4B4"/>
      </a:dk2>
      <a:lt2>
        <a:srgbClr val="E8E8E8"/>
      </a:lt2>
      <a:accent1>
        <a:srgbClr val="F7E159"/>
      </a:accent1>
      <a:accent2>
        <a:srgbClr val="FD6360"/>
      </a:accent2>
      <a:accent3>
        <a:srgbClr val="46A5FF"/>
      </a:accent3>
      <a:accent4>
        <a:srgbClr val="5A5A5A"/>
      </a:accent4>
      <a:accent5>
        <a:srgbClr val="A0A0A0"/>
      </a:accent5>
      <a:accent6>
        <a:srgbClr val="DCDCDC"/>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sz="1600" dirty="0" err="1" smtClean="0">
            <a:solidFill>
              <a:schemeClr val="tx1"/>
            </a:solidFill>
            <a:latin typeface="+mj-lt"/>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1600" dirty="0" err="1" smtClean="0">
            <a:latin typeface="+mj-lt"/>
          </a:defRPr>
        </a:defPPr>
      </a:lstStyle>
    </a:txDef>
  </a:objectDefaults>
  <a:extraClrSchemeLst/>
  <a:extLst>
    <a:ext uri="{05A4C25C-085E-4340-85A3-A5531E510DB2}">
      <thm15:themeFamily xmlns:thm15="http://schemas.microsoft.com/office/thememl/2012/main" name="aalto.potx" id="{F9E86875-D364-48FA-9E1B-F7B913266944}" vid="{71ED1A03-C957-43CA-A5FF-F53DFBCEB222}"/>
    </a:ext>
  </a:extLst>
</a:theme>
</file>

<file path=ppt/theme/theme10.xml><?xml version="1.0" encoding="utf-8"?>
<a:theme xmlns:a="http://schemas.openxmlformats.org/drawingml/2006/main" name="Aalto - Kiitos Slides">
  <a:themeElements>
    <a:clrScheme name="AALTO university">
      <a:dk1>
        <a:sysClr val="windowText" lastClr="000000"/>
      </a:dk1>
      <a:lt1>
        <a:sysClr val="window" lastClr="FFFFFF"/>
      </a:lt1>
      <a:dk2>
        <a:srgbClr val="B4B4B4"/>
      </a:dk2>
      <a:lt2>
        <a:srgbClr val="E8E8E8"/>
      </a:lt2>
      <a:accent1>
        <a:srgbClr val="F7E159"/>
      </a:accent1>
      <a:accent2>
        <a:srgbClr val="FD6360"/>
      </a:accent2>
      <a:accent3>
        <a:srgbClr val="46A5FF"/>
      </a:accent3>
      <a:accent4>
        <a:srgbClr val="5A5A5A"/>
      </a:accent4>
      <a:accent5>
        <a:srgbClr val="A0A0A0"/>
      </a:accent5>
      <a:accent6>
        <a:srgbClr val="DCDCDC"/>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sz="1600" dirty="0" err="1" smtClean="0">
            <a:solidFill>
              <a:schemeClr val="tx1"/>
            </a:solidFill>
            <a:latin typeface="+mj-lt"/>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1600" dirty="0" err="1" smtClean="0">
            <a:latin typeface="+mj-lt"/>
          </a:defRPr>
        </a:defPPr>
      </a:lstStyle>
    </a:txDef>
  </a:objectDefaults>
  <a:extraClrSchemeLst/>
  <a:extLst>
    <a:ext uri="{05A4C25C-085E-4340-85A3-A5531E510DB2}">
      <thm15:themeFamily xmlns:thm15="http://schemas.microsoft.com/office/thememl/2012/main" name="aalto.potx" id="{F9E86875-D364-48FA-9E1B-F7B913266944}" vid="{C5583837-6B41-40E5-813E-3697F9ADF9FC}"/>
    </a:ext>
  </a:extLst>
</a:theme>
</file>

<file path=ppt/theme/theme11.xml><?xml version="1.0" encoding="utf-8"?>
<a:theme xmlns:a="http://schemas.openxmlformats.org/drawingml/2006/main" name="Office Theme">
  <a:themeElements>
    <a:clrScheme name="AALTO university">
      <a:dk1>
        <a:sysClr val="windowText" lastClr="000000"/>
      </a:dk1>
      <a:lt1>
        <a:sysClr val="window" lastClr="FFFFFF"/>
      </a:lt1>
      <a:dk2>
        <a:srgbClr val="B4B4B4"/>
      </a:dk2>
      <a:lt2>
        <a:srgbClr val="E8E8E8"/>
      </a:lt2>
      <a:accent1>
        <a:srgbClr val="F7E159"/>
      </a:accent1>
      <a:accent2>
        <a:srgbClr val="FD6360"/>
      </a:accent2>
      <a:accent3>
        <a:srgbClr val="46A5FF"/>
      </a:accent3>
      <a:accent4>
        <a:srgbClr val="5A5A5A"/>
      </a:accent4>
      <a:accent5>
        <a:srgbClr val="A0A0A0"/>
      </a:accent5>
      <a:accent6>
        <a:srgbClr val="DCDCDC"/>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2.xml><?xml version="1.0" encoding="utf-8"?>
<a:theme xmlns:a="http://schemas.openxmlformats.org/drawingml/2006/main" name="Office Theme">
  <a:themeElements>
    <a:clrScheme name="AALTO university">
      <a:dk1>
        <a:sysClr val="windowText" lastClr="000000"/>
      </a:dk1>
      <a:lt1>
        <a:sysClr val="window" lastClr="FFFFFF"/>
      </a:lt1>
      <a:dk2>
        <a:srgbClr val="B4B4B4"/>
      </a:dk2>
      <a:lt2>
        <a:srgbClr val="E8E8E8"/>
      </a:lt2>
      <a:accent1>
        <a:srgbClr val="F7E159"/>
      </a:accent1>
      <a:accent2>
        <a:srgbClr val="FD6360"/>
      </a:accent2>
      <a:accent3>
        <a:srgbClr val="46A5FF"/>
      </a:accent3>
      <a:accent4>
        <a:srgbClr val="5A5A5A"/>
      </a:accent4>
      <a:accent5>
        <a:srgbClr val="A0A0A0"/>
      </a:accent5>
      <a:accent6>
        <a:srgbClr val="DCDCDC"/>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94e59b8c-7867-48e3-9e2d-a9052f76644d">
      <UserInfo>
        <DisplayName>Rehbinder Maria</DisplayName>
        <AccountId>68</AccountId>
        <AccountType/>
      </UserInfo>
    </SharedWithUsers>
    <lcf76f155ced4ddcb4097134ff3c332f xmlns="b4691fbf-879b-49d9-8d87-351ae3d41312">
      <Terms xmlns="http://schemas.microsoft.com/office/infopath/2007/PartnerControls"/>
    </lcf76f155ced4ddcb4097134ff3c332f>
    <TaxCatchAll xmlns="94e59b8c-7867-48e3-9e2d-a9052f76644d"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F16554AEB826A45A74DB8B4207A9B57" ma:contentTypeVersion="19" ma:contentTypeDescription="Create a new document." ma:contentTypeScope="" ma:versionID="36ea342b798ef625e7c77bac5f372bfc">
  <xsd:schema xmlns:xsd="http://www.w3.org/2001/XMLSchema" xmlns:xs="http://www.w3.org/2001/XMLSchema" xmlns:p="http://schemas.microsoft.com/office/2006/metadata/properties" xmlns:ns2="b4691fbf-879b-49d9-8d87-351ae3d41312" xmlns:ns3="94e59b8c-7867-48e3-9e2d-a9052f76644d" targetNamespace="http://schemas.microsoft.com/office/2006/metadata/properties" ma:root="true" ma:fieldsID="9852c45acfc3e2362293e8937cde5165" ns2:_="" ns3:_="">
    <xsd:import namespace="b4691fbf-879b-49d9-8d87-351ae3d41312"/>
    <xsd:import namespace="94e59b8c-7867-48e3-9e2d-a9052f76644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3:SharedWithUsers" minOccurs="0"/>
                <xsd:element ref="ns3:SharedWithDetails" minOccurs="0"/>
                <xsd:element ref="ns3:TaxCatchAll" minOccurs="0"/>
                <xsd:element ref="ns2:lcf76f155ced4ddcb4097134ff3c332f"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4691fbf-879b-49d9-8d87-351ae3d413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d61bb93-c830-477f-800c-34a01ab1e79a"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4e59b8c-7867-48e3-9e2d-a9052f76644d"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c86a1ef-9975-442e-b252-9e425cbb5084}" ma:internalName="TaxCatchAll" ma:showField="CatchAllData" ma:web="94e59b8c-7867-48e3-9e2d-a9052f76644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11767BF-FDB3-4E04-9375-3B1ACEA48CE0}">
  <ds:schemaRefs>
    <ds:schemaRef ds:uri="http://schemas.microsoft.com/sharepoint/v3/contenttype/forms"/>
  </ds:schemaRefs>
</ds:datastoreItem>
</file>

<file path=customXml/itemProps2.xml><?xml version="1.0" encoding="utf-8"?>
<ds:datastoreItem xmlns:ds="http://schemas.openxmlformats.org/officeDocument/2006/customXml" ds:itemID="{B845D7F5-D396-45A4-9C62-BD31CD243132}">
  <ds:schemaRefs>
    <ds:schemaRef ds:uri="http://schemas.microsoft.com/office/2006/documentManagement/types"/>
    <ds:schemaRef ds:uri="http://purl.org/dc/dcmitype/"/>
    <ds:schemaRef ds:uri="94e59b8c-7867-48e3-9e2d-a9052f76644d"/>
    <ds:schemaRef ds:uri="b4691fbf-879b-49d9-8d87-351ae3d41312"/>
    <ds:schemaRef ds:uri="http://www.w3.org/XML/1998/namespace"/>
    <ds:schemaRef ds:uri="http://purl.org/dc/terms/"/>
    <ds:schemaRef ds:uri="http://purl.org/dc/elements/1.1/"/>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C937B8C8-D538-415C-ACC8-36AAF6D49695}">
  <ds:schemaRefs>
    <ds:schemaRef ds:uri="94e59b8c-7867-48e3-9e2d-a9052f76644d"/>
    <ds:schemaRef ds:uri="b4691fbf-879b-49d9-8d87-351ae3d4131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aalto</Template>
  <TotalTime>1282</TotalTime>
  <Words>2655</Words>
  <Application>Microsoft Macintosh PowerPoint</Application>
  <PresentationFormat>Widescreen</PresentationFormat>
  <Paragraphs>236</Paragraphs>
  <Slides>23</Slides>
  <Notes>4</Notes>
  <HiddenSlides>0</HiddenSlides>
  <MMClips>0</MMClips>
  <ScaleCrop>false</ScaleCrop>
  <HeadingPairs>
    <vt:vector size="6" baseType="variant">
      <vt:variant>
        <vt:lpstr>Fonts Used</vt:lpstr>
      </vt:variant>
      <vt:variant>
        <vt:i4>4</vt:i4>
      </vt:variant>
      <vt:variant>
        <vt:lpstr>Theme</vt:lpstr>
      </vt:variant>
      <vt:variant>
        <vt:i4>10</vt:i4>
      </vt:variant>
      <vt:variant>
        <vt:lpstr>Slide Titles</vt:lpstr>
      </vt:variant>
      <vt:variant>
        <vt:i4>23</vt:i4>
      </vt:variant>
    </vt:vector>
  </HeadingPairs>
  <TitlesOfParts>
    <vt:vector size="37" baseType="lpstr">
      <vt:lpstr>Arial</vt:lpstr>
      <vt:lpstr>Arial Narrow</vt:lpstr>
      <vt:lpstr>Calibri</vt:lpstr>
      <vt:lpstr>Gill Sans MT</vt:lpstr>
      <vt:lpstr>2_Aalto - Content Slides</vt:lpstr>
      <vt:lpstr>1_Aalto - Title Slides</vt:lpstr>
      <vt:lpstr>1_Aalto - Content Slides</vt:lpstr>
      <vt:lpstr>1_Aalto - Divider Slides</vt:lpstr>
      <vt:lpstr>Aalto - Title Slides</vt:lpstr>
      <vt:lpstr>Aalto - Content Slides</vt:lpstr>
      <vt:lpstr>Aalto - Divider Slides</vt:lpstr>
      <vt:lpstr>Aalto - Picture Content Slides</vt:lpstr>
      <vt:lpstr>Aalto - Custom Content Slides</vt:lpstr>
      <vt:lpstr>Aalto - Kiitos Slides</vt:lpstr>
      <vt:lpstr>Responsible use of Artificial Intelligence  systems in research work and support</vt:lpstr>
      <vt:lpstr>About the speaker</vt:lpstr>
      <vt:lpstr>Ethics is not Law</vt:lpstr>
      <vt:lpstr>PowerPoint Presentation</vt:lpstr>
      <vt:lpstr>PowerPoint Presentation</vt:lpstr>
      <vt:lpstr>PowerPoint Presentation</vt:lpstr>
      <vt:lpstr>PowerPoint Presentation</vt:lpstr>
      <vt:lpstr>A strong culture of open science and responsible research practices</vt:lpstr>
      <vt:lpstr>Open science and responsible research practices</vt:lpstr>
      <vt:lpstr>Open science has created strong opportunities for improving best practices, reducing falsification, fabrication, and plagiarism, and enabling reproducibility, replicability, data reuse, and European research infrastructures.   For years, we have taught researchers to use approved systems, secure/local storage, reproducible workflows, documentation, version control, and reference managers… </vt:lpstr>
      <vt:lpstr>…and then came “AI”</vt:lpstr>
      <vt:lpstr>(Generative) AI </vt:lpstr>
      <vt:lpstr>The Research Process aided by AI tools: Examples with Responsible Conduct of Research at its core</vt:lpstr>
      <vt:lpstr>  Generative AI is the ideal misconduct machine</vt:lpstr>
      <vt:lpstr>Generative AI: the ideal misconduct machine? </vt:lpstr>
      <vt:lpstr>Misconduct is a core element of these systems </vt:lpstr>
      <vt:lpstr>Generative AI tools eroding truth, trust, and competence</vt:lpstr>
      <vt:lpstr>Can we do something before AI slop takes over all fields of research?</vt:lpstr>
      <vt:lpstr>A framework for identifying risks of AI systems in research</vt:lpstr>
      <vt:lpstr>Mitigating risks of AI systems in research</vt:lpstr>
      <vt:lpstr>What can data professionals do?</vt:lpstr>
      <vt:lpstr> KEEP CALM AND CARRY ON</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systems risks in research</dc:title>
  <dc:subject/>
  <dc:creator>Enrico Glerean</dc:creator>
  <cp:keywords/>
  <dc:description/>
  <cp:lastModifiedBy>Glerean Enrico</cp:lastModifiedBy>
  <cp:revision>10</cp:revision>
  <dcterms:created xsi:type="dcterms:W3CDTF">2024-03-08T13:09:30Z</dcterms:created>
  <dcterms:modified xsi:type="dcterms:W3CDTF">2026-05-06T05:50:05Z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0x0101004F16554AEB826A45A74DB8B4207A9B57</vt:lpwstr>
  </property>
  <property fmtid="{D5CDD505-2E9C-101B-9397-08002B2CF9AE}" pid="3" name="MediaServiceImageTags">
    <vt:lpwstr/>
  </property>
</Properties>
</file>